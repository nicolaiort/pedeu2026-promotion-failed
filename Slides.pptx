
<file path=[Content_Types].xml><?xml version="1.0" encoding="utf-8"?>
<Types xmlns="http://schemas.openxmlformats.org/package/2006/content-types">
  <Default Extension="bin" ContentType="application/vnd.openxmlformats-officedocument.oleObject"/>
  <Default Extension="jpeg" ContentType="image/jpeg"/>
  <Default Extension="rels" ContentType="application/vnd.openxmlformats-package.relationships+xml"/>
  <Default Extension="xml" ContentType="application/xml"/>
  <Default Extension="png" ContentType="image/png"/>
  <Default Extension="wmf" ContentType="image/x-wmf"/>
  <Override PartName="/ppt/theme/theme2.xml" ContentType="application/vnd.openxmlformats-officedocument.theme+xml"/>
  <Override PartName="/ppt/slideLayouts/slideLayout10.xml" ContentType="application/vnd.openxmlformats-officedocument.presentationml.slideLayout+xml"/>
  <Override PartName="/ppt/presentation.xml" ContentType="application/vnd.openxmlformats-officedocument.presentationml.presentation.main+xml"/>
  <Override PartName="/ppt/slideLayouts/slideLayout5.xml" ContentType="application/vnd.openxmlformats-officedocument.presentationml.slideLayout+xml"/>
  <Override PartName="/ppt/tableStyles.xml" ContentType="application/vnd.openxmlformats-officedocument.presentationml.tableStyles+xml"/>
  <Override PartName="/ppt/presProps.xml" ContentType="application/vnd.openxmlformats-officedocument.presentationml.presProps+xml"/>
  <Override PartName="/ppt/notesSlides/notesSlide15.xml" ContentType="application/vnd.openxmlformats-officedocument.presentationml.notesSlide+xml"/>
  <Override PartName="/ppt/slides/slide15.xml" ContentType="application/vnd.openxmlformats-officedocument.presentationml.slide+xml"/>
  <Override PartName="/docProps/app.xml" ContentType="application/vnd.openxmlformats-officedocument.extended-properties+xml"/>
  <Override PartName="/ppt/viewProps.xml" ContentType="application/vnd.openxmlformats-officedocument.presentationml.viewProps+xml"/>
  <Override PartName="/ppt/slideLayouts/slideLayout6.xml" ContentType="application/vnd.openxmlformats-officedocument.presentationml.slideLayout+xml"/>
  <Override PartName="/docProps/core.xml" ContentType="application/vnd.openxmlformats-package.core-properties+xml"/>
  <Override PartName="/ppt/theme/theme1.xml" ContentType="application/vnd.openxmlformats-officedocument.them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slides/slide18.xml" ContentType="application/vnd.openxmlformats-officedocument.presentationml.slide+xml"/>
  <Override PartName="/ppt/slides/slide1.xml" ContentType="application/vnd.openxmlformats-officedocument.presentationml.slide+xml"/>
  <Override PartName="/ppt/notesSlides/notesSlide2.xml" ContentType="application/vnd.openxmlformats-officedocument.presentationml.notesSlide+xml"/>
  <Override PartName="/ppt/slides/slide2.xml" ContentType="application/vnd.openxmlformats-officedocument.presentationml.slide+xml"/>
  <Override PartName="/ppt/notesSlides/notesSlide3.xml" ContentType="application/vnd.openxmlformats-officedocument.presentationml.notesSlide+xml"/>
  <Override PartName="/ppt/slides/slide3.xml" ContentType="application/vnd.openxmlformats-officedocument.presentationml.slide+xml"/>
  <Override PartName="/ppt/notesSlides/notesSlide4.xml" ContentType="application/vnd.openxmlformats-officedocument.presentationml.notesSlide+xml"/>
  <Override PartName="/ppt/slides/slide4.xml" ContentType="application/vnd.openxmlformats-officedocument.presentationml.slide+xml"/>
  <Override PartName="/ppt/notesSlides/notesSlide5.xml" ContentType="application/vnd.openxmlformats-officedocument.presentationml.notesSlide+xml"/>
  <Override PartName="/ppt/slides/slide5.xml" ContentType="application/vnd.openxmlformats-officedocument.presentationml.slide+xml"/>
  <Override PartName="/ppt/notesSlides/notesSlide6.xml" ContentType="application/vnd.openxmlformats-officedocument.presentationml.notesSlide+xml"/>
  <Override PartName="/ppt/slides/slide6.xml" ContentType="application/vnd.openxmlformats-officedocument.presentationml.slide+xml"/>
  <Override PartName="/ppt/notesSlides/notesSlide7.xml" ContentType="application/vnd.openxmlformats-officedocument.presentationml.notesSlide+xml"/>
  <Override PartName="/ppt/slides/slide7.xml" ContentType="application/vnd.openxmlformats-officedocument.presentationml.slide+xml"/>
  <Override PartName="/ppt/notesSlides/notesSlide11.xml" ContentType="application/vnd.openxmlformats-officedocument.presentationml.notesSlide+xml"/>
  <Override PartName="/ppt/notesSlides/notesSlide8.xml" ContentType="application/vnd.openxmlformats-officedocument.presentationml.notesSlide+xml"/>
  <Override PartName="/ppt/slides/slide11.xml" ContentType="application/vnd.openxmlformats-officedocument.presentationml.slide+xml"/>
  <Override PartName="/ppt/slides/slide8.xml" ContentType="application/vnd.openxmlformats-officedocument.presentationml.slide+xml"/>
  <Override PartName="/ppt/notesSlides/notesSlide10.xml" ContentType="application/vnd.openxmlformats-officedocument.presentationml.notesSlide+xml"/>
  <Override PartName="/ppt/notesSlides/notesSlide9.xml" ContentType="application/vnd.openxmlformats-officedocument.presentationml.notesSlide+xml"/>
  <Override PartName="/ppt/slides/slide10.xml" ContentType="application/vnd.openxmlformats-officedocument.presentationml.slide+xml"/>
  <Override PartName="/ppt/slides/slide9.xml" ContentType="application/vnd.openxmlformats-officedocument.presentationml.slide+xml"/>
  <Override PartName="/ppt/notesSlides/notesSlide12.xml" ContentType="application/vnd.openxmlformats-officedocument.presentationml.notesSlide+xml"/>
  <Override PartName="/ppt/slides/slide12.xml" ContentType="application/vnd.openxmlformats-officedocument.presentationml.slide+xml"/>
  <Override PartName="/ppt/notesSlides/notesSlide13.xml" ContentType="application/vnd.openxmlformats-officedocument.presentationml.notesSlide+xml"/>
  <Override PartName="/ppt/slides/slide13.xml" ContentType="application/vnd.openxmlformats-officedocument.presentationml.slide+xml"/>
  <Override PartName="/ppt/notesSlides/notesSlide14.xml" ContentType="application/vnd.openxmlformats-officedocument.presentationml.notesSlide+xml"/>
  <Override PartName="/ppt/slides/slide14.xml" ContentType="application/vnd.openxmlformats-officedocument.presentationml.slide+xml"/>
  <Override PartName="/ppt/notesSlides/notesSlide16.xml" ContentType="application/vnd.openxmlformats-officedocument.presentationml.notesSlide+xml"/>
  <Override PartName="/ppt/slides/slide16.xml" ContentType="application/vnd.openxmlformats-officedocument.presentationml.slide+xml"/>
  <Override PartName="/ppt/notesSlides/notesSlide17.xml" ContentType="application/vnd.openxmlformats-officedocument.presentationml.notesSlide+xml"/>
  <Override PartName="/ppt/slides/slide17.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aveSubsetFonts="1">
  <p:sldMasterIdLst>
    <p:sldMasterId id="2147483648" r:id="rId1"/>
  </p:sldMasterIdLst>
  <p:notesMasterIdLst>
    <p:notesMasterId r:id="rId30"/>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Lst>
  <p:sldSz cx="12192000" cy="6858000"/>
  <p:notesSz cx="6858000" cy="9144000"/>
  <p:defaultTextStyle>
    <a:defPPr>
      <a:defRPr lang="en-GB"/>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100" d="100"/>
          <a:sy n="100" d="100"/>
        </p:scale>
        <p:origin x="378" y="90"/>
      </p:cViewPr>
      <p:guideLst>
        <p:guide pos="3840"/>
        <p:guide pos="2160" orient="horz"/>
      </p:guideLst>
    </p:cSldViewPr>
  </p:slideViewPr>
  <p:gridSpacing cx="72008" cy="72008"/>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notesMaster" Target="notesMasters/notesMaster1.xml"/><Relationship Id="rId31" Type="http://schemas.openxmlformats.org/officeDocument/2006/relationships/presProps" Target="presProps.xml" /><Relationship Id="rId32" Type="http://schemas.openxmlformats.org/officeDocument/2006/relationships/tableStyles" Target="tableStyles.xml" /><Relationship Id="rId33"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1770800786"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en-GB"/>
          </a:p>
        </p:txBody>
      </p:sp>
      <p:sp>
        <p:nvSpPr>
          <p:cNvPr id="1031905113" name="Date Placeholder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3632E96E-41F7-40C5-8419-297958CC00FA}" type="datetimeFigureOut">
              <a:rPr lang="en-GB"/>
              <a:t>10/30/2013</a:t>
            </a:fld>
            <a:endParaRPr lang="en-GB"/>
          </a:p>
        </p:txBody>
      </p:sp>
      <p:sp>
        <p:nvSpPr>
          <p:cNvPr id="1392397611" name="Slide Image Placeholder 3"/>
          <p:cNvSpPr>
            <a:spLocks noChangeAspect="1" noGrp="1" noRo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en-GB"/>
          </a:p>
        </p:txBody>
      </p:sp>
      <p:sp>
        <p:nvSpPr>
          <p:cNvPr id="1271312494" name="Notes Placeholder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en-GB"/>
              <a:t>Click to edit Master text styles</a:t>
            </a:r>
            <a:endParaRPr/>
          </a:p>
          <a:p>
            <a:pPr lvl="1">
              <a:defRPr/>
            </a:pPr>
            <a:r>
              <a:rPr lang="en-GB"/>
              <a:t>Second level</a:t>
            </a:r>
            <a:endParaRPr/>
          </a:p>
          <a:p>
            <a:pPr lvl="2">
              <a:defRPr/>
            </a:pPr>
            <a:r>
              <a:rPr lang="en-GB"/>
              <a:t>Third level</a:t>
            </a:r>
            <a:endParaRPr/>
          </a:p>
          <a:p>
            <a:pPr lvl="3">
              <a:defRPr/>
            </a:pPr>
            <a:r>
              <a:rPr lang="en-GB"/>
              <a:t>Fourth level</a:t>
            </a:r>
            <a:endParaRPr/>
          </a:p>
          <a:p>
            <a:pPr lvl="4">
              <a:defRPr/>
            </a:pPr>
            <a:r>
              <a:rPr lang="en-GB"/>
              <a:t>Fifth level</a:t>
            </a:r>
            <a:endParaRPr lang="en-GB"/>
          </a:p>
        </p:txBody>
      </p:sp>
      <p:sp>
        <p:nvSpPr>
          <p:cNvPr id="1467265244"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en-GB"/>
          </a:p>
        </p:txBody>
      </p:sp>
      <p:sp>
        <p:nvSpPr>
          <p:cNvPr id="1620944068" name="Slide Number Placeholder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2E6999B8-B6B4-4561-A3CD-BBCDAB9FC9D9}" type="slidenum">
              <a:rPr lang="en-GB"/>
              <a:t>‹#›</a:t>
            </a:fld>
            <a:endParaRPr lang="en-GB"/>
          </a:p>
        </p:txBody>
      </p:sp>
    </p:spTree>
  </p:cSld>
  <p:clrMap bg1="lt1" tx1="dk1" bg2="lt2" tx2="dk2" accent1="accent1" accent2="accent2" accent3="accent3" accent4="accent4" accent5="accent5" accent6="accent6" hlink="hlink" folHlink="folHlink"/>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68423900" name="Slide Image Placeholder 1"/>
          <p:cNvSpPr>
            <a:spLocks noChangeAspect="1" noGrp="1" noRot="1"/>
          </p:cNvSpPr>
          <p:nvPr>
            <p:ph type="sldImg"/>
          </p:nvPr>
        </p:nvSpPr>
        <p:spPr bwMode="auto">
          <a:xfrm>
            <a:off x="685800" y="1143000"/>
            <a:ext cx="5486400" cy="3086100"/>
          </a:xfrm>
        </p:spPr>
      </p:sp>
      <p:sp>
        <p:nvSpPr>
          <p:cNvPr id="1236089167" name="Notes Placeholder 2"/>
          <p:cNvSpPr>
            <a:spLocks noGrp="1"/>
          </p:cNvSpPr>
          <p:nvPr>
            <p:ph type="body" idx="1"/>
          </p:nvPr>
        </p:nvSpPr>
        <p:spPr bwMode="auto"/>
        <p:txBody>
          <a:bodyPr/>
          <a:lstStyle/>
          <a:p>
            <a:pPr>
              <a:defRPr/>
            </a:pPr>
            <a:endParaRPr lang="en-GB">
              <a:latin typeface="Arial"/>
              <a:cs typeface="Arial"/>
            </a:endParaRPr>
          </a:p>
        </p:txBody>
      </p:sp>
      <p:sp>
        <p:nvSpPr>
          <p:cNvPr id="1310906719" name="Slide Number Placeholder 3"/>
          <p:cNvSpPr>
            <a:spLocks noGrp="1"/>
          </p:cNvSpPr>
          <p:nvPr>
            <p:ph type="sldNum" sz="quarter" idx="10"/>
          </p:nvPr>
        </p:nvSpPr>
        <p:spPr bwMode="auto"/>
        <p:txBody>
          <a:bodyPr/>
          <a:lstStyle/>
          <a:p>
            <a:pPr>
              <a:defRPr/>
            </a:pPr>
            <a:fld id="{2E6999B8-B6B4-4561-A3CD-BBCDAB9FC9D9}" type="slidenum">
              <a:rPr lang="en-GB"/>
              <a:t>1</a:t>
            </a:fld>
            <a:endParaRPr lang="en-GB"/>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864CAD95-2713-0865-301D-54A95698E6BC}" type="slidenum">
              <a:rPr/>
              <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r>
              <a:rPr lang="en-GB" sz="1200" b="0" i="0" u="none" strike="noStrike" cap="none" spc="0">
                <a:solidFill>
                  <a:schemeClr val="tx1"/>
                </a:solidFill>
                <a:latin typeface="Arial"/>
                <a:ea typeface="Arial"/>
                <a:cs typeface="Arial"/>
              </a:rPr>
              <a:t>It's quite simple, isn't it? We just introduce a couple of stages, let's say lab, devqs, and prod, and we're done.</a:t>
            </a:r>
            <a:endParaRPr/>
          </a:p>
        </p:txBody>
      </p:sp>
      <p:sp>
        <p:nvSpPr>
          <p:cNvPr id="4" name="Slide Number Placeholder 3"/>
          <p:cNvSpPr>
            <a:spLocks noGrp="1"/>
          </p:cNvSpPr>
          <p:nvPr>
            <p:ph type="sldNum" sz="quarter" idx="10"/>
          </p:nvPr>
        </p:nvSpPr>
        <p:spPr bwMode="auto"/>
        <p:txBody>
          <a:bodyPr/>
          <a:lstStyle/>
          <a:p>
            <a:pPr>
              <a:defRPr/>
            </a:pPr>
            <a:fld id="{707E597D-B4EB-B598-6DC7-77AEEDC9357C}" type="slidenum">
              <a:rPr/>
              <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r>
              <a:rPr lang="en-GB" sz="1200" b="0" i="0" u="none" strike="noStrike" cap="none" spc="0">
                <a:solidFill>
                  <a:schemeClr val="tx1"/>
                </a:solidFill>
                <a:latin typeface="Arial"/>
                <a:ea typeface="Arial"/>
                <a:cs typeface="Arial"/>
              </a:rPr>
              <a:t>Well a perfect world uh where everything is awesome and we have no dependencies, that would be it. But I think the live reviewers wouldn't have accepted my talk if would have been that simple.</a:t>
            </a:r>
            <a:endParaRPr/>
          </a:p>
        </p:txBody>
      </p:sp>
      <p:sp>
        <p:nvSpPr>
          <p:cNvPr id="4" name="Slide Number Placeholder 3"/>
          <p:cNvSpPr>
            <a:spLocks noGrp="1"/>
          </p:cNvSpPr>
          <p:nvPr>
            <p:ph type="sldNum" sz="quarter" idx="10"/>
          </p:nvPr>
        </p:nvSpPr>
        <p:spPr bwMode="auto"/>
        <p:txBody>
          <a:bodyPr/>
          <a:lstStyle/>
          <a:p>
            <a:pPr>
              <a:defRPr/>
            </a:pPr>
            <a:fld id="{C0065335-AC20-E9B4-65CA-3ADC74DA829A}" type="slidenum">
              <a:rPr/>
              <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BEE93AC2-DDA4-4618-BB6B-73456ED6B4E4}" type="slidenum">
              <a:rPr/>
              <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r>
              <a:rPr lang="en-GB" sz="1200" b="0" i="0" u="none" strike="noStrike" cap="none" spc="0">
                <a:solidFill>
                  <a:schemeClr val="tx1"/>
                </a:solidFill>
                <a:latin typeface="Arial"/>
                <a:ea typeface="Arial"/>
                <a:cs typeface="Arial"/>
              </a:rPr>
              <a:t>First of all we have to think a little bit about what actually is our platform. Don't worry, this is not a baseline discussion on what a platform is and a pl and isn't. This is just in order to talk so that we can talk about the same thing.</a:t>
            </a:r>
            <a:endParaRPr/>
          </a:p>
        </p:txBody>
      </p:sp>
      <p:sp>
        <p:nvSpPr>
          <p:cNvPr id="4" name="Slide Number Placeholder 3"/>
          <p:cNvSpPr>
            <a:spLocks noGrp="1"/>
          </p:cNvSpPr>
          <p:nvPr>
            <p:ph type="sldNum" sz="quarter" idx="10"/>
          </p:nvPr>
        </p:nvSpPr>
        <p:spPr bwMode="auto"/>
        <p:txBody>
          <a:bodyPr/>
          <a:lstStyle/>
          <a:p>
            <a:pPr>
              <a:defRPr/>
            </a:pPr>
            <a:fld id="{788ED844-D0AA-C954-4A9C-2230F4B9400A}" type="slidenum">
              <a:rPr/>
              <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r>
              <a:rPr lang="en-GB" sz="1200" b="0" i="0" u="none" strike="noStrike" cap="none" spc="0">
                <a:solidFill>
                  <a:schemeClr val="tx1"/>
                </a:solidFill>
                <a:latin typeface="Arial"/>
                <a:ea typeface="Arial"/>
                <a:cs typeface="Arial"/>
              </a:rPr>
              <a:t>We don't really care about the what do we actually want to achieve with our platform. It could be running normal applications, it could be running applications for customers, shared hosting, or even AI. What we really care about is what parts and dependencies does our platform have.</a:t>
            </a:r>
            <a:endParaRPr sz="1200"/>
          </a:p>
          <a:p>
            <a:pPr>
              <a:defRPr/>
            </a:pPr>
            <a:endParaRPr/>
          </a:p>
        </p:txBody>
      </p:sp>
      <p:sp>
        <p:nvSpPr>
          <p:cNvPr id="4" name="Slide Number Placeholder 3"/>
          <p:cNvSpPr>
            <a:spLocks noGrp="1"/>
          </p:cNvSpPr>
          <p:nvPr>
            <p:ph type="sldNum" sz="quarter" idx="10"/>
          </p:nvPr>
        </p:nvSpPr>
        <p:spPr bwMode="auto"/>
        <p:txBody>
          <a:bodyPr/>
          <a:lstStyle/>
          <a:p>
            <a:pPr>
              <a:defRPr/>
            </a:pPr>
            <a:fld id="{9B9AFB26-FA68-E7C7-4C4B-59CB9C34E80B}" type="slidenum">
              <a:rPr/>
              <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r>
              <a:rPr lang="en-GB" sz="1200" b="0" i="0" u="none" strike="noStrike" cap="none" spc="0">
                <a:solidFill>
                  <a:schemeClr val="tx1"/>
                </a:solidFill>
                <a:latin typeface="Arial"/>
                <a:ea typeface="Arial"/>
                <a:cs typeface="Arial"/>
              </a:rPr>
              <a:t>Let's just introduce a sample that most of you might know. We have some kind of infrastructure, it might be on premises, it might be in the cloud, let's just say we start with VMs. And on top of that, we are running some kind of Kubernetes. And inside Kubernetes we run some operate. Gateways and stuff like that for internal developers to deploy their applications.</a:t>
            </a:r>
            <a:endParaRPr/>
          </a:p>
        </p:txBody>
      </p:sp>
      <p:sp>
        <p:nvSpPr>
          <p:cNvPr id="4" name="Slide Number Placeholder 3"/>
          <p:cNvSpPr>
            <a:spLocks noGrp="1"/>
          </p:cNvSpPr>
          <p:nvPr>
            <p:ph type="sldNum" sz="quarter" idx="10"/>
          </p:nvPr>
        </p:nvSpPr>
        <p:spPr bwMode="auto"/>
        <p:txBody>
          <a:bodyPr/>
          <a:lstStyle/>
          <a:p>
            <a:pPr>
              <a:defRPr/>
            </a:pPr>
            <a:fld id="{0695C02C-9ED8-6520-BE7A-AA90FA6E4C68}" type="slidenum">
              <a:rPr/>
              <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r>
              <a:rPr lang="en-GB" sz="1200" b="0" i="0" u="none" strike="noStrike" cap="none" spc="0">
                <a:solidFill>
                  <a:schemeClr val="tx1"/>
                </a:solidFill>
                <a:latin typeface="Arial"/>
                <a:ea typeface="Arial"/>
                <a:cs typeface="Arial"/>
              </a:rPr>
              <a:t>The first things we have to identify is what is our platform depending on. For example, if we are running on </a:t>
            </a:r>
            <a:r>
              <a:rPr lang="de-DE" sz="1200" b="0" i="0" u="none" strike="noStrike" cap="none" spc="0">
                <a:solidFill>
                  <a:schemeClr val="tx1"/>
                </a:solidFill>
                <a:latin typeface="Arial"/>
                <a:ea typeface="Arial"/>
                <a:cs typeface="Arial"/>
              </a:rPr>
              <a:t>a</a:t>
            </a:r>
            <a:r>
              <a:rPr lang="en-GB" sz="1200" b="0" i="0" u="none" strike="noStrike" cap="none" spc="0">
                <a:solidFill>
                  <a:schemeClr val="tx1"/>
                </a:solidFill>
                <a:latin typeface="Arial"/>
                <a:ea typeface="Arial"/>
                <a:cs typeface="Arial"/>
              </a:rPr>
              <a:t> hyperscaler in the cloud, we don't really have to care about the hypervisor itself, but we might need to keep an eye on operating system versions. For example, the newest Buntu releases. Or flat car releases or whatever operating system of which you have. That is something we have to update and something that could break our platform, especially when it comes to patches. So this is our first dependency.</a:t>
            </a:r>
            <a:endParaRPr/>
          </a:p>
        </p:txBody>
      </p:sp>
      <p:sp>
        <p:nvSpPr>
          <p:cNvPr id="4" name="Slide Number Placeholder 3"/>
          <p:cNvSpPr>
            <a:spLocks noGrp="1"/>
          </p:cNvSpPr>
          <p:nvPr>
            <p:ph type="sldNum" sz="quarter" idx="10"/>
          </p:nvPr>
        </p:nvSpPr>
        <p:spPr bwMode="auto"/>
        <p:txBody>
          <a:bodyPr/>
          <a:lstStyle/>
          <a:p>
            <a:pPr>
              <a:defRPr/>
            </a:pPr>
            <a:fld id="{6A8AD198-B66F-ADDB-2AAF-E7CBC6222C2F}" type="slidenum">
              <a:rPr/>
              <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37329238" name="Slide Image Placeholder 1"/>
          <p:cNvSpPr>
            <a:spLocks noChangeAspect="1" noGrp="1" noRot="1"/>
          </p:cNvSpPr>
          <p:nvPr>
            <p:ph type="sldImg"/>
          </p:nvPr>
        </p:nvSpPr>
        <p:spPr bwMode="auto"/>
      </p:sp>
      <p:sp>
        <p:nvSpPr>
          <p:cNvPr id="607864038" name="Notes Placeholder 2"/>
          <p:cNvSpPr>
            <a:spLocks noGrp="1"/>
          </p:cNvSpPr>
          <p:nvPr>
            <p:ph type="body" idx="1"/>
          </p:nvPr>
        </p:nvSpPr>
        <p:spPr bwMode="auto"/>
        <p:txBody>
          <a:bodyPr/>
          <a:lstStyle/>
          <a:p>
            <a:pPr>
              <a:defRPr/>
            </a:pPr>
            <a:r>
              <a:rPr lang="en-GB" sz="1200" b="0" i="0" u="none" strike="noStrike" cap="none" spc="0">
                <a:solidFill>
                  <a:schemeClr val="tx1"/>
                </a:solidFill>
                <a:latin typeface="Arial"/>
                <a:ea typeface="Arial"/>
                <a:cs typeface="Arial"/>
              </a:rPr>
              <a:t>The more obvious one for most of you is probably Kubernetes itself, so we have different Kubernetes minor versions different patches. Sometimes your features get reduced, sometimes stuff gets deprecated, and I'm very happy that we are living in the current year. So it really never happens. Sometimes stuff just breaks.</a:t>
            </a:r>
            <a:endParaRPr lang="en-GB" sz="1200" b="0" i="0" u="none" strike="noStrike" cap="none" spc="0">
              <a:solidFill>
                <a:schemeClr val="tx1"/>
              </a:solidFill>
              <a:latin typeface="Arial"/>
              <a:ea typeface="Arial"/>
              <a:cs typeface="Arial"/>
            </a:endParaRPr>
          </a:p>
          <a:p>
            <a:pPr>
              <a:defRPr/>
            </a:pPr>
            <a:r>
              <a:rPr lang="en-GB" sz="1200" b="0" i="0" u="none" strike="noStrike" cap="none" spc="0">
                <a:solidFill>
                  <a:schemeClr val="tx1"/>
                </a:solidFill>
                <a:latin typeface="Arial"/>
                <a:ea typeface="Arial"/>
                <a:cs typeface="Arial"/>
              </a:rPr>
              <a:t>Let's add this to our baseline of stuff that has to be kept in sync.</a:t>
            </a:r>
            <a:endParaRPr/>
          </a:p>
        </p:txBody>
      </p:sp>
      <p:sp>
        <p:nvSpPr>
          <p:cNvPr id="2140908890" name="Slide Number Placeholder 3"/>
          <p:cNvSpPr>
            <a:spLocks noGrp="1"/>
          </p:cNvSpPr>
          <p:nvPr>
            <p:ph type="sldNum" sz="quarter" idx="10"/>
          </p:nvPr>
        </p:nvSpPr>
        <p:spPr bwMode="auto"/>
        <p:txBody>
          <a:bodyPr/>
          <a:lstStyle/>
          <a:p>
            <a:pPr>
              <a:defRPr/>
            </a:pPr>
            <a:fld id="{9D07CDF2-67D7-2E7B-03B7-B232A5EC64B0}" type="slidenum">
              <a:rPr/>
              <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96280353" name="Slide Image Placeholder 1"/>
          <p:cNvSpPr>
            <a:spLocks noChangeAspect="1" noGrp="1" noRot="1"/>
          </p:cNvSpPr>
          <p:nvPr>
            <p:ph type="sldImg"/>
          </p:nvPr>
        </p:nvSpPr>
        <p:spPr bwMode="auto"/>
      </p:sp>
      <p:sp>
        <p:nvSpPr>
          <p:cNvPr id="656915186" name="Notes Placeholder 2"/>
          <p:cNvSpPr>
            <a:spLocks noGrp="1"/>
          </p:cNvSpPr>
          <p:nvPr>
            <p:ph type="body" idx="1"/>
          </p:nvPr>
        </p:nvSpPr>
        <p:spPr bwMode="auto"/>
        <p:txBody>
          <a:bodyPr/>
          <a:lstStyle/>
          <a:p>
            <a:pPr>
              <a:defRPr/>
            </a:pPr>
            <a:r>
              <a:rPr lang="en-GB" sz="1200" b="0" i="0" u="none" strike="noStrike" cap="none" spc="0">
                <a:solidFill>
                  <a:schemeClr val="tx1"/>
                </a:solidFill>
                <a:latin typeface="Arial"/>
                <a:ea typeface="Arial"/>
                <a:cs typeface="Arial"/>
              </a:rPr>
              <a:t>And then there is all of the stuff that actually runs on the platform. As previously stated, that might be some custom operator or gateway API provider, it could be an abundance of solutions that might be part of a platform. Or even happen outside your platform. For example, if you have a dedicated database team or a dedicated MLOps team. All of that makes staging complicated.</a:t>
            </a:r>
            <a:endParaRPr/>
          </a:p>
        </p:txBody>
      </p:sp>
      <p:sp>
        <p:nvSpPr>
          <p:cNvPr id="133031755" name="Slide Number Placeholder 3"/>
          <p:cNvSpPr>
            <a:spLocks noGrp="1"/>
          </p:cNvSpPr>
          <p:nvPr>
            <p:ph type="sldNum" sz="quarter" idx="10"/>
          </p:nvPr>
        </p:nvSpPr>
        <p:spPr bwMode="auto"/>
        <p:txBody>
          <a:bodyPr/>
          <a:lstStyle/>
          <a:p>
            <a:pPr>
              <a:defRPr/>
            </a:pPr>
            <a:fld id="{CD9B3BBB-AC97-286A-CB8F-16C31936D4F8}" type="slidenum">
              <a:rPr/>
              <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r>
              <a:rPr lang="en-GB" sz="1200" b="0" i="0" u="none" strike="noStrike" cap="none" spc="0">
                <a:solidFill>
                  <a:schemeClr val="tx1"/>
                </a:solidFill>
                <a:latin typeface="Arial"/>
                <a:ea typeface="Arial"/>
                <a:cs typeface="Arial"/>
              </a:rPr>
              <a:t>Now you should have realized that the problem itself isn't actually providing different environments. The problem is keeping an eye on what we have to stage and what might break during staging.</a:t>
            </a:r>
            <a:endParaRPr/>
          </a:p>
        </p:txBody>
      </p:sp>
      <p:sp>
        <p:nvSpPr>
          <p:cNvPr id="4" name="Slide Number Placeholder 3"/>
          <p:cNvSpPr>
            <a:spLocks noGrp="1"/>
          </p:cNvSpPr>
          <p:nvPr>
            <p:ph type="sldNum" sz="quarter" idx="10"/>
          </p:nvPr>
        </p:nvSpPr>
        <p:spPr bwMode="auto"/>
        <p:txBody>
          <a:bodyPr/>
          <a:lstStyle/>
          <a:p>
            <a:pPr>
              <a:defRPr/>
            </a:pPr>
            <a:fld id="{80D936D0-AA97-BDC5-D227-115DF6CC7947}" type="slidenum">
              <a:rPr/>
              <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51625449" name="Slide Image Placeholder 1"/>
          <p:cNvSpPr>
            <a:spLocks noChangeAspect="1" noGrp="1" noRot="1"/>
          </p:cNvSpPr>
          <p:nvPr>
            <p:ph type="sldImg"/>
          </p:nvPr>
        </p:nvSpPr>
        <p:spPr bwMode="auto"/>
      </p:sp>
      <p:sp>
        <p:nvSpPr>
          <p:cNvPr id="478379112" name="Notes Placeholder 2"/>
          <p:cNvSpPr>
            <a:spLocks noGrp="1"/>
          </p:cNvSpPr>
          <p:nvPr>
            <p:ph type="body" idx="1"/>
          </p:nvPr>
        </p:nvSpPr>
        <p:spPr bwMode="auto"/>
        <p:txBody>
          <a:bodyPr/>
          <a:lstStyle/>
          <a:p>
            <a:pPr>
              <a:defRPr/>
            </a:pPr>
            <a:endParaRPr/>
          </a:p>
        </p:txBody>
      </p:sp>
      <p:sp>
        <p:nvSpPr>
          <p:cNvPr id="323852660" name="Slide Number Placeholder 3"/>
          <p:cNvSpPr>
            <a:spLocks noGrp="1"/>
          </p:cNvSpPr>
          <p:nvPr>
            <p:ph type="sldNum" sz="quarter" idx="10"/>
          </p:nvPr>
        </p:nvSpPr>
        <p:spPr bwMode="auto"/>
        <p:txBody>
          <a:bodyPr/>
          <a:lstStyle/>
          <a:p>
            <a:pPr>
              <a:defRPr/>
            </a:pPr>
            <a:fld id="{A89733D1-43EE-40C8-8665-C7C3AF27C851}" type="slidenum">
              <a:rPr/>
              <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44481846" name="Slide Image Placeholder 1"/>
          <p:cNvSpPr>
            <a:spLocks noChangeAspect="1" noGrp="1" noRot="1"/>
          </p:cNvSpPr>
          <p:nvPr>
            <p:ph type="sldImg"/>
          </p:nvPr>
        </p:nvSpPr>
        <p:spPr bwMode="auto"/>
      </p:sp>
      <p:sp>
        <p:nvSpPr>
          <p:cNvPr id="33423148" name="Notes Placeholder 2"/>
          <p:cNvSpPr>
            <a:spLocks noGrp="1"/>
          </p:cNvSpPr>
          <p:nvPr>
            <p:ph type="body" idx="1"/>
          </p:nvPr>
        </p:nvSpPr>
        <p:spPr bwMode="auto"/>
        <p:txBody>
          <a:bodyPr/>
          <a:lstStyle/>
          <a:p>
            <a:pPr>
              <a:defRPr/>
            </a:pPr>
            <a:r>
              <a:rPr lang="en-GB" sz="1200" b="0" i="0" u="none" strike="noStrike" cap="none" spc="0">
                <a:solidFill>
                  <a:schemeClr val="tx1"/>
                </a:solidFill>
                <a:latin typeface="Arial"/>
                <a:ea typeface="Arial"/>
                <a:cs typeface="Arial"/>
              </a:rPr>
              <a:t>For most things running on top of Kubernetes, the answer to how do we make sure that we have a now in good state is pretty simple. It's GitOps. Tools like Argo or Flux all they do a very nice job of this. Things get more interesting when it comes to managing Kubernetes itself, or even the underlying infrastructure. You're probably also familiar with infrastructure as code tools like Terraform or Pulumi that can be used to manage VMs and even the operating system inside the VMs</a:t>
            </a:r>
            <a:endParaRPr/>
          </a:p>
        </p:txBody>
      </p:sp>
      <p:sp>
        <p:nvSpPr>
          <p:cNvPr id="1054498461" name="Slide Number Placeholder 3"/>
          <p:cNvSpPr>
            <a:spLocks noGrp="1"/>
          </p:cNvSpPr>
          <p:nvPr>
            <p:ph type="sldNum" sz="quarter" idx="10"/>
          </p:nvPr>
        </p:nvSpPr>
        <p:spPr bwMode="auto"/>
        <p:txBody>
          <a:bodyPr/>
          <a:lstStyle/>
          <a:p>
            <a:pPr>
              <a:defRPr/>
            </a:pPr>
            <a:fld id="{506305B3-6F1E-6281-D620-DE1148DE8680}" type="slidenum">
              <a:rPr/>
              <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24106541" name="Slide Image Placeholder 1"/>
          <p:cNvSpPr>
            <a:spLocks noChangeAspect="1" noGrp="1" noRot="1"/>
          </p:cNvSpPr>
          <p:nvPr>
            <p:ph type="sldImg"/>
          </p:nvPr>
        </p:nvSpPr>
        <p:spPr bwMode="auto"/>
      </p:sp>
      <p:sp>
        <p:nvSpPr>
          <p:cNvPr id="1218370464" name="Notes Placeholder 2"/>
          <p:cNvSpPr>
            <a:spLocks noGrp="1"/>
          </p:cNvSpPr>
          <p:nvPr>
            <p:ph type="body" idx="1"/>
          </p:nvPr>
        </p:nvSpPr>
        <p:spPr bwMode="auto"/>
        <p:txBody>
          <a:bodyPr/>
          <a:lstStyle/>
          <a:p>
            <a:pPr>
              <a:defRPr/>
            </a:pPr>
            <a:r>
              <a:rPr lang="en-GB" sz="1200" b="0" i="0" u="none" strike="noStrike" cap="none" spc="0">
                <a:solidFill>
                  <a:schemeClr val="tx1"/>
                </a:solidFill>
                <a:latin typeface="Arial"/>
                <a:ea typeface="Arial"/>
                <a:cs typeface="Arial"/>
              </a:rPr>
              <a:t>Now we have at least two tools and they both manage different levels of our platform. In reality it will probably not just be two tools, it will be like three or four. And our main question will now be how can we keep things still matched in one central place.</a:t>
            </a:r>
            <a:endParaRPr/>
          </a:p>
        </p:txBody>
      </p:sp>
      <p:sp>
        <p:nvSpPr>
          <p:cNvPr id="2093087692" name="Slide Number Placeholder 3"/>
          <p:cNvSpPr>
            <a:spLocks noGrp="1"/>
          </p:cNvSpPr>
          <p:nvPr>
            <p:ph type="sldNum" sz="quarter" idx="10"/>
          </p:nvPr>
        </p:nvSpPr>
        <p:spPr bwMode="auto"/>
        <p:txBody>
          <a:bodyPr/>
          <a:lstStyle/>
          <a:p>
            <a:pPr>
              <a:defRPr/>
            </a:pPr>
            <a:fld id="{14F73EA1-C792-069F-1392-A6C65E0B9A83}" type="slidenum">
              <a:rPr/>
              <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46385983" name="Slide Image Placeholder 1"/>
          <p:cNvSpPr>
            <a:spLocks noChangeAspect="1" noGrp="1" noRot="1"/>
          </p:cNvSpPr>
          <p:nvPr>
            <p:ph type="sldImg"/>
          </p:nvPr>
        </p:nvSpPr>
        <p:spPr bwMode="auto"/>
      </p:sp>
      <p:sp>
        <p:nvSpPr>
          <p:cNvPr id="1772661803" name="Notes Placeholder 2"/>
          <p:cNvSpPr>
            <a:spLocks noGrp="1"/>
          </p:cNvSpPr>
          <p:nvPr>
            <p:ph type="body" idx="1"/>
          </p:nvPr>
        </p:nvSpPr>
        <p:spPr bwMode="auto"/>
        <p:txBody>
          <a:bodyPr/>
          <a:lstStyle/>
          <a:p>
            <a:pPr>
              <a:defRPr/>
            </a:pPr>
            <a:r>
              <a:rPr lang="en-GB" sz="1200" b="0" i="0" u="none" strike="noStrike" cap="none" spc="0">
                <a:solidFill>
                  <a:schemeClr val="tx1"/>
                </a:solidFill>
                <a:latin typeface="Arial"/>
                <a:ea typeface="Arial"/>
                <a:cs typeface="Arial"/>
              </a:rPr>
              <a:t>One end of the spectrum would be just managing everything with bash scripts. That's the old and trusted way of administrating stuff on Linux and to be honest at the end of the day everything we do here is just stuff on Linux plus plus or maybe stuff on Windows if you're really into pain.</a:t>
            </a:r>
            <a:endParaRPr/>
          </a:p>
          <a:p>
            <a:pPr>
              <a:defRPr/>
            </a:pPr>
            <a:r>
              <a:rPr lang="en-GB" sz="1200" b="0" i="0" u="none" strike="noStrike" cap="none" spc="0">
                <a:solidFill>
                  <a:schemeClr val="tx1"/>
                </a:solidFill>
                <a:latin typeface="Arial"/>
                <a:ea typeface="Arial"/>
                <a:cs typeface="Arial"/>
              </a:rPr>
              <a:t>This works But it isn't really the perfect way of doing desire state. You will always have some kind of disconnect and you have to write your own reconciliation logic.</a:t>
            </a:r>
            <a:endParaRPr/>
          </a:p>
          <a:p>
            <a:pPr>
              <a:defRPr/>
            </a:pPr>
            <a:r>
              <a:rPr lang="en-GB" sz="1200" b="0" i="0" u="none" strike="noStrike" cap="none" spc="0">
                <a:solidFill>
                  <a:schemeClr val="tx1"/>
                </a:solidFill>
                <a:latin typeface="Arial"/>
                <a:ea typeface="Arial"/>
                <a:cs typeface="Arial"/>
              </a:rPr>
              <a:t>So you can just run your pipeline every five minutes and decide that this is basically decide stage, but stuff will break over time, like for example when CLI versions change.</a:t>
            </a:r>
            <a:endParaRPr/>
          </a:p>
        </p:txBody>
      </p:sp>
      <p:sp>
        <p:nvSpPr>
          <p:cNvPr id="830626282" name="Slide Number Placeholder 3"/>
          <p:cNvSpPr>
            <a:spLocks noGrp="1"/>
          </p:cNvSpPr>
          <p:nvPr>
            <p:ph type="sldNum" sz="quarter" idx="10"/>
          </p:nvPr>
        </p:nvSpPr>
        <p:spPr bwMode="auto"/>
        <p:txBody>
          <a:bodyPr/>
          <a:lstStyle/>
          <a:p>
            <a:pPr>
              <a:defRPr/>
            </a:pPr>
            <a:fld id="{8384B197-ABEE-74BC-EEC0-F8ECBEFE3235}" type="slidenum">
              <a:rPr/>
              <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r>
              <a:rPr lang="en-GB" sz="1200" b="0" i="0" u="none" strike="noStrike" cap="none" spc="0">
                <a:solidFill>
                  <a:schemeClr val="tx1"/>
                </a:solidFill>
                <a:latin typeface="Arial"/>
                <a:ea typeface="Arial"/>
                <a:cs typeface="Arial"/>
              </a:rPr>
              <a:t>The other end of our spectrum is managing everything through Kubernetes. You can use tools like Crossplane or dedicated operators for your favorite cloud provider to manage even infrastructure components through Kubernetes.</a:t>
            </a:r>
            <a:endParaRPr/>
          </a:p>
          <a:p>
            <a:pPr>
              <a:defRPr/>
            </a:pPr>
            <a:r>
              <a:rPr lang="en-GB" sz="1200" b="0" i="0" u="none" strike="noStrike" cap="none" spc="0">
                <a:solidFill>
                  <a:schemeClr val="tx1"/>
                </a:solidFill>
                <a:latin typeface="Arial"/>
                <a:ea typeface="Arial"/>
                <a:cs typeface="Arial"/>
              </a:rPr>
              <a:t>This might be a very good solution for you, but it won't be a solution for everyone and introduces some problems when starting from zero again.</a:t>
            </a:r>
            <a:endParaRPr/>
          </a:p>
          <a:p>
            <a:pPr>
              <a:defRPr/>
            </a:pPr>
            <a:r>
              <a:rPr lang="en-GB" sz="1200" b="0" i="0" u="none" strike="noStrike" cap="none" spc="0">
                <a:solidFill>
                  <a:schemeClr val="tx1"/>
                </a:solidFill>
                <a:latin typeface="Arial"/>
                <a:ea typeface="Arial"/>
                <a:cs typeface="Arial"/>
              </a:rPr>
              <a:t>Also solutions, I really recommend uh a talk from last year's Cloud Native Rechects EU about if basically ephemeral setup cluster running in GitHub actions. It will be linked at the end of the slides.</a:t>
            </a:r>
            <a:endParaRPr/>
          </a:p>
        </p:txBody>
      </p:sp>
      <p:sp>
        <p:nvSpPr>
          <p:cNvPr id="4" name="Slide Number Placeholder 3"/>
          <p:cNvSpPr>
            <a:spLocks noGrp="1"/>
          </p:cNvSpPr>
          <p:nvPr>
            <p:ph type="sldNum" sz="quarter" idx="10"/>
          </p:nvPr>
        </p:nvSpPr>
        <p:spPr bwMode="auto"/>
        <p:txBody>
          <a:bodyPr/>
          <a:lstStyle/>
          <a:p>
            <a:pPr>
              <a:defRPr/>
            </a:pPr>
            <a:fld id="{4E00F012-69E7-F362-7DF3-9F049A4391FE}" type="slidenum">
              <a:rPr/>
              <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31403657" name="Slide Image Placeholder 1"/>
          <p:cNvSpPr>
            <a:spLocks noChangeAspect="1" noGrp="1" noRot="1"/>
          </p:cNvSpPr>
          <p:nvPr>
            <p:ph type="sldImg"/>
          </p:nvPr>
        </p:nvSpPr>
        <p:spPr bwMode="auto"/>
      </p:sp>
      <p:sp>
        <p:nvSpPr>
          <p:cNvPr id="1275318944" name="Notes Placeholder 2"/>
          <p:cNvSpPr>
            <a:spLocks noGrp="1"/>
          </p:cNvSpPr>
          <p:nvPr>
            <p:ph type="body" idx="1"/>
          </p:nvPr>
        </p:nvSpPr>
        <p:spPr bwMode="auto"/>
        <p:txBody>
          <a:bodyPr/>
          <a:lstStyle/>
          <a:p>
            <a:pPr>
              <a:defRPr/>
            </a:pPr>
            <a:r>
              <a:rPr lang="en-GB" sz="1200" b="0" i="0" u="none" strike="noStrike" cap="none" spc="0">
                <a:solidFill>
                  <a:schemeClr val="tx1"/>
                </a:solidFill>
                <a:latin typeface="Arial"/>
                <a:ea typeface="Arial"/>
                <a:cs typeface="Arial"/>
              </a:rPr>
              <a:t>So now we basically have decided on a way to manage our stage. That's awesome.</a:t>
            </a:r>
            <a:endParaRPr/>
          </a:p>
          <a:p>
            <a:pPr>
              <a:defRPr/>
            </a:pPr>
            <a:r>
              <a:rPr lang="en-GB" sz="1200" b="0" i="0" u="none" strike="noStrike" cap="none" spc="0">
                <a:solidFill>
                  <a:schemeClr val="tx1"/>
                </a:solidFill>
                <a:latin typeface="Arial"/>
                <a:ea typeface="Arial"/>
                <a:cs typeface="Arial"/>
              </a:rPr>
              <a:t>We have to talk about that important word in the title of this session. Staging.</a:t>
            </a:r>
            <a:endParaRPr/>
          </a:p>
        </p:txBody>
      </p:sp>
      <p:sp>
        <p:nvSpPr>
          <p:cNvPr id="851674946" name="Slide Number Placeholder 3"/>
          <p:cNvSpPr>
            <a:spLocks noGrp="1"/>
          </p:cNvSpPr>
          <p:nvPr>
            <p:ph type="sldNum" sz="quarter" idx="10"/>
          </p:nvPr>
        </p:nvSpPr>
        <p:spPr bwMode="auto"/>
        <p:txBody>
          <a:bodyPr/>
          <a:lstStyle/>
          <a:p>
            <a:pPr>
              <a:defRPr/>
            </a:pPr>
            <a:fld id="{FA34D4D0-F09A-7EFD-5096-1109F885CBB4}" type="slidenum">
              <a:rPr/>
              <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r>
              <a:rPr lang="de-DE"/>
              <a:t>Automated Tests  with maybe delays from stage to stage</a:t>
            </a:r>
            <a:endParaRPr/>
          </a:p>
        </p:txBody>
      </p:sp>
      <p:sp>
        <p:nvSpPr>
          <p:cNvPr id="4" name="Slide Number Placeholder 3"/>
          <p:cNvSpPr>
            <a:spLocks noGrp="1"/>
          </p:cNvSpPr>
          <p:nvPr>
            <p:ph type="sldNum" sz="quarter" idx="10"/>
          </p:nvPr>
        </p:nvSpPr>
        <p:spPr bwMode="auto"/>
        <p:txBody>
          <a:bodyPr/>
          <a:lstStyle/>
          <a:p>
            <a:pPr>
              <a:defRPr/>
            </a:pPr>
            <a:fld id="{3A965A3C-964E-3BB8-E2B1-1C6B4C7EBF69}" type="slidenum">
              <a:rPr/>
              <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09648097" name="Slide Image Placeholder 1"/>
          <p:cNvSpPr>
            <a:spLocks noChangeAspect="1" noGrp="1" noRot="1"/>
          </p:cNvSpPr>
          <p:nvPr>
            <p:ph type="sldImg"/>
          </p:nvPr>
        </p:nvSpPr>
        <p:spPr bwMode="auto"/>
      </p:sp>
      <p:sp>
        <p:nvSpPr>
          <p:cNvPr id="1222641328" name="Notes Placeholder 2"/>
          <p:cNvSpPr>
            <a:spLocks noGrp="1"/>
          </p:cNvSpPr>
          <p:nvPr>
            <p:ph type="body" idx="1"/>
          </p:nvPr>
        </p:nvSpPr>
        <p:spPr bwMode="auto"/>
        <p:txBody>
          <a:bodyPr/>
          <a:lstStyle/>
          <a:p>
            <a:pPr>
              <a:defRPr/>
            </a:pPr>
            <a:r>
              <a:rPr lang="de-DE"/>
              <a:t>You‘re probably just manually updating you files</a:t>
            </a:r>
            <a:endParaRPr/>
          </a:p>
        </p:txBody>
      </p:sp>
      <p:sp>
        <p:nvSpPr>
          <p:cNvPr id="2021135595" name="Slide Number Placeholder 3"/>
          <p:cNvSpPr>
            <a:spLocks noGrp="1"/>
          </p:cNvSpPr>
          <p:nvPr>
            <p:ph type="sldNum" sz="quarter" idx="10"/>
          </p:nvPr>
        </p:nvSpPr>
        <p:spPr bwMode="auto"/>
        <p:txBody>
          <a:bodyPr/>
          <a:lstStyle/>
          <a:p>
            <a:pPr>
              <a:defRPr/>
            </a:pPr>
            <a:fld id="{05A790D7-4623-7705-336C-44C0E9804ED5}" type="slidenum">
              <a:rPr/>
              <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80087177" name="Slide Image Placeholder 1"/>
          <p:cNvSpPr>
            <a:spLocks noChangeAspect="1" noGrp="1" noRot="1"/>
          </p:cNvSpPr>
          <p:nvPr>
            <p:ph type="sldImg"/>
          </p:nvPr>
        </p:nvSpPr>
        <p:spPr bwMode="auto"/>
      </p:sp>
      <p:sp>
        <p:nvSpPr>
          <p:cNvPr id="1531781604" name="Notes Placeholder 2"/>
          <p:cNvSpPr>
            <a:spLocks noGrp="1"/>
          </p:cNvSpPr>
          <p:nvPr>
            <p:ph type="body" idx="1"/>
          </p:nvPr>
        </p:nvSpPr>
        <p:spPr bwMode="auto"/>
        <p:txBody>
          <a:bodyPr/>
          <a:lstStyle/>
          <a:p>
            <a:pPr>
              <a:defRPr/>
            </a:pPr>
            <a:r>
              <a:rPr lang="de-DE"/>
              <a:t>Define rules for promoting</a:t>
            </a:r>
            <a:endParaRPr/>
          </a:p>
        </p:txBody>
      </p:sp>
      <p:sp>
        <p:nvSpPr>
          <p:cNvPr id="253596191" name="Slide Number Placeholder 3"/>
          <p:cNvSpPr>
            <a:spLocks noGrp="1"/>
          </p:cNvSpPr>
          <p:nvPr>
            <p:ph type="sldNum" sz="quarter" idx="10"/>
          </p:nvPr>
        </p:nvSpPr>
        <p:spPr bwMode="auto"/>
        <p:txBody>
          <a:bodyPr/>
          <a:lstStyle/>
          <a:p>
            <a:pPr>
              <a:defRPr/>
            </a:pPr>
            <a:fld id="{67200AA6-6A0F-40BE-62EF-F686B9C9640E}" type="slidenum">
              <a:rPr/>
              <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01822637" name="Slide Image Placeholder 1"/>
          <p:cNvSpPr>
            <a:spLocks noChangeAspect="1" noGrp="1" noRot="1"/>
          </p:cNvSpPr>
          <p:nvPr>
            <p:ph type="sldImg"/>
          </p:nvPr>
        </p:nvSpPr>
        <p:spPr bwMode="auto"/>
      </p:sp>
      <p:sp>
        <p:nvSpPr>
          <p:cNvPr id="863307745" name="Notes Placeholder 2"/>
          <p:cNvSpPr>
            <a:spLocks noGrp="1"/>
          </p:cNvSpPr>
          <p:nvPr>
            <p:ph type="body" idx="1"/>
          </p:nvPr>
        </p:nvSpPr>
        <p:spPr bwMode="auto"/>
        <p:txBody>
          <a:bodyPr/>
          <a:lstStyle/>
          <a:p>
            <a:pPr>
              <a:defRPr/>
            </a:pPr>
            <a:r>
              <a:rPr lang="de-DE"/>
              <a:t>Promotions can fail because of all kind of differneent reasons:</a:t>
            </a:r>
            <a:endParaRPr lang="de-DE"/>
          </a:p>
          <a:p>
            <a:pPr marL="217793" indent="-217793">
              <a:buFont typeface="Arial"/>
              <a:buChar char="–"/>
              <a:defRPr/>
            </a:pPr>
            <a:r>
              <a:rPr lang="de-DE"/>
              <a:t>New CLI Version does not support a flag</a:t>
            </a:r>
            <a:endParaRPr lang="de-DE"/>
          </a:p>
          <a:p>
            <a:pPr marL="217793" indent="-217793">
              <a:buFont typeface="Arial"/>
              <a:buChar char="–"/>
              <a:defRPr/>
            </a:pPr>
            <a:r>
              <a:rPr lang="de-DE"/>
              <a:t>Merge conflicts</a:t>
            </a:r>
            <a:endParaRPr lang="de-DE"/>
          </a:p>
          <a:p>
            <a:pPr marL="217793" indent="-217793">
              <a:buFont typeface="Arial"/>
              <a:buChar char="–"/>
              <a:defRPr/>
            </a:pPr>
            <a:r>
              <a:rPr lang="de-DE"/>
              <a:t>And so to</a:t>
            </a:r>
            <a:endParaRPr lang="de-DE"/>
          </a:p>
          <a:p>
            <a:pPr marL="217793" indent="-217793">
              <a:buFont typeface="Arial"/>
              <a:buChar char="–"/>
              <a:defRPr/>
            </a:pPr>
            <a:endParaRPr/>
          </a:p>
          <a:p>
            <a:pPr>
              <a:defRPr/>
            </a:pPr>
            <a:r>
              <a:rPr lang="de-DE"/>
              <a:t>So now our question is: How do we handle these failures? Do we fix first or bypass?</a:t>
            </a:r>
            <a:endParaRPr/>
          </a:p>
        </p:txBody>
      </p:sp>
      <p:sp>
        <p:nvSpPr>
          <p:cNvPr id="2127511055" name="Slide Number Placeholder 3"/>
          <p:cNvSpPr>
            <a:spLocks noGrp="1"/>
          </p:cNvSpPr>
          <p:nvPr>
            <p:ph type="sldNum" sz="quarter" idx="10"/>
          </p:nvPr>
        </p:nvSpPr>
        <p:spPr bwMode="auto"/>
        <p:txBody>
          <a:bodyPr/>
          <a:lstStyle/>
          <a:p>
            <a:pPr>
              <a:defRPr/>
            </a:pPr>
            <a:fld id="{21DFD93A-AB04-8891-3B64-2885829797D6}" type="slidenum">
              <a:rPr/>
              <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0CE02436-2F0B-D1B8-9179-9A7D5A351FF4}" type="slidenum">
              <a:rPr/>
              <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DB6E0948-6C8D-EDA1-CB77-27C7694FA309}" type="slidenum">
              <a:rPr/>
              <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52907270" name="Slide Image Placeholder 1"/>
          <p:cNvSpPr>
            <a:spLocks noChangeAspect="1" noGrp="1" noRot="1"/>
          </p:cNvSpPr>
          <p:nvPr>
            <p:ph type="sldImg"/>
          </p:nvPr>
        </p:nvSpPr>
        <p:spPr bwMode="auto"/>
      </p:sp>
      <p:sp>
        <p:nvSpPr>
          <p:cNvPr id="292057437" name="Notes Placeholder 2"/>
          <p:cNvSpPr>
            <a:spLocks noGrp="1"/>
          </p:cNvSpPr>
          <p:nvPr>
            <p:ph type="body" idx="1"/>
          </p:nvPr>
        </p:nvSpPr>
        <p:spPr bwMode="auto"/>
        <p:txBody>
          <a:bodyPr/>
          <a:lstStyle/>
          <a:p>
            <a:pPr>
              <a:defRPr/>
            </a:pPr>
            <a:endParaRPr/>
          </a:p>
        </p:txBody>
      </p:sp>
      <p:sp>
        <p:nvSpPr>
          <p:cNvPr id="515359591" name="Slide Number Placeholder 3"/>
          <p:cNvSpPr>
            <a:spLocks noGrp="1"/>
          </p:cNvSpPr>
          <p:nvPr>
            <p:ph type="sldNum" sz="quarter" idx="10"/>
          </p:nvPr>
        </p:nvSpPr>
        <p:spPr bwMode="auto"/>
        <p:txBody>
          <a:bodyPr/>
          <a:lstStyle/>
          <a:p>
            <a:pPr>
              <a:defRPr/>
            </a:pPr>
            <a:fld id="{A0DD6AB7-7474-66A2-593C-980CB24B3DC7}" type="slidenum">
              <a:rPr/>
              <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53679762" name="Slide Image Placeholder 1"/>
          <p:cNvSpPr>
            <a:spLocks noChangeAspect="1" noGrp="1" noRot="1"/>
          </p:cNvSpPr>
          <p:nvPr>
            <p:ph type="sldImg"/>
          </p:nvPr>
        </p:nvSpPr>
        <p:spPr bwMode="auto"/>
      </p:sp>
      <p:sp>
        <p:nvSpPr>
          <p:cNvPr id="1789101190" name="Notes Placeholder 2"/>
          <p:cNvSpPr>
            <a:spLocks noGrp="1"/>
          </p:cNvSpPr>
          <p:nvPr>
            <p:ph type="body" idx="1"/>
          </p:nvPr>
        </p:nvSpPr>
        <p:spPr bwMode="auto"/>
        <p:txBody>
          <a:bodyPr/>
          <a:lstStyle/>
          <a:p>
            <a:pPr>
              <a:defRPr/>
            </a:pPr>
            <a:endParaRPr/>
          </a:p>
        </p:txBody>
      </p:sp>
      <p:sp>
        <p:nvSpPr>
          <p:cNvPr id="1293732094" name="Slide Number Placeholder 3"/>
          <p:cNvSpPr>
            <a:spLocks noGrp="1"/>
          </p:cNvSpPr>
          <p:nvPr>
            <p:ph type="sldNum" sz="quarter" idx="10"/>
          </p:nvPr>
        </p:nvSpPr>
        <p:spPr bwMode="auto"/>
        <p:txBody>
          <a:bodyPr/>
          <a:lstStyle/>
          <a:p>
            <a:pPr>
              <a:defRPr/>
            </a:pPr>
            <a:fld id="{DCBFB99D-809A-8C15-6E3A-3593E7BC7BE4}" type="slidenum">
              <a:rPr/>
              <a:t/>
            </a:fld>
            <a:endParaRP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 userDrawn="1">
  <p:cSld name="Title Slide">
    <p:spTree>
      <p:nvGrpSpPr>
        <p:cNvPr id="1" name=""/>
        <p:cNvGrpSpPr/>
        <p:nvPr/>
      </p:nvGrpSpPr>
      <p:grpSpPr bwMode="auto">
        <a:xfrm>
          <a:off x="0" y="0"/>
          <a:ext cx="0" cy="0"/>
          <a:chOff x="0" y="0"/>
          <a:chExt cx="0" cy="0"/>
        </a:xfrm>
      </p:grpSpPr>
      <p:sp>
        <p:nvSpPr>
          <p:cNvPr id="2074759283" name="Title 1"/>
          <p:cNvSpPr>
            <a:spLocks noGrp="1"/>
          </p:cNvSpPr>
          <p:nvPr>
            <p:ph type="ctrTitle"/>
          </p:nvPr>
        </p:nvSpPr>
        <p:spPr bwMode="auto">
          <a:xfrm>
            <a:off x="1524000" y="1122363"/>
            <a:ext cx="9144000" cy="2387600"/>
          </a:xfrm>
        </p:spPr>
        <p:txBody>
          <a:bodyPr anchor="b"/>
          <a:lstStyle>
            <a:lvl1pPr algn="ctr">
              <a:defRPr sz="6000"/>
            </a:lvl1pPr>
          </a:lstStyle>
          <a:p>
            <a:pPr>
              <a:defRPr/>
            </a:pPr>
            <a:r>
              <a:rPr lang="en-GB"/>
              <a:t>Click to edit Master title style</a:t>
            </a:r>
            <a:endParaRPr lang="en-GB"/>
          </a:p>
        </p:txBody>
      </p:sp>
      <p:sp>
        <p:nvSpPr>
          <p:cNvPr id="6468773" name="Subtitle 2"/>
          <p:cNvSpPr>
            <a:spLocks noGrp="1"/>
          </p:cNvSpPr>
          <p:nvPr>
            <p:ph type="subTitle" idx="1"/>
          </p:nvPr>
        </p:nvSpPr>
        <p:spPr bwMode="auto">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a:pPr>
            <a:r>
              <a:rPr lang="en-GB"/>
              <a:t>Click to edit Master subtitle style</a:t>
            </a:r>
            <a:endParaRPr lang="en-GB"/>
          </a:p>
        </p:txBody>
      </p:sp>
      <p:sp>
        <p:nvSpPr>
          <p:cNvPr id="1513743550" name="Date Placeholder 3"/>
          <p:cNvSpPr>
            <a:spLocks noGrp="1"/>
          </p:cNvSpPr>
          <p:nvPr>
            <p:ph type="dt" sz="half" idx="10"/>
          </p:nvPr>
        </p:nvSpPr>
        <p:spPr bwMode="auto"/>
        <p:txBody>
          <a:bodyPr/>
          <a:lstStyle/>
          <a:p>
            <a:pPr>
              <a:defRPr/>
            </a:pPr>
            <a:fld id="{BCC18F51-09EC-435C-A3BA-64A766E099C0}" type="datetimeFigureOut">
              <a:rPr lang="en-GB"/>
              <a:t>30.10.2013</a:t>
            </a:fld>
            <a:endParaRPr lang="en-GB"/>
          </a:p>
        </p:txBody>
      </p:sp>
      <p:sp>
        <p:nvSpPr>
          <p:cNvPr id="231832355" name="Footer Placeholder 4"/>
          <p:cNvSpPr>
            <a:spLocks noGrp="1"/>
          </p:cNvSpPr>
          <p:nvPr>
            <p:ph type="ftr" sz="quarter" idx="11"/>
          </p:nvPr>
        </p:nvSpPr>
        <p:spPr bwMode="auto"/>
        <p:txBody>
          <a:bodyPr/>
          <a:lstStyle/>
          <a:p>
            <a:pPr>
              <a:defRPr/>
            </a:pPr>
            <a:endParaRPr lang="en-GB"/>
          </a:p>
        </p:txBody>
      </p:sp>
      <p:sp>
        <p:nvSpPr>
          <p:cNvPr id="1447933597" name="Slide Number Placeholder 5"/>
          <p:cNvSpPr>
            <a:spLocks noGrp="1"/>
          </p:cNvSpPr>
          <p:nvPr>
            <p:ph type="sldNum" sz="quarter" idx="12"/>
          </p:nvPr>
        </p:nvSpPr>
        <p:spPr bwMode="auto"/>
        <p:txBody>
          <a:bodyPr/>
          <a:lstStyle/>
          <a:p>
            <a:pPr>
              <a:defRPr/>
            </a:pPr>
            <a:fld id="{08395586-F03A-48D1-94DF-16B239DF4FB5}" type="slidenum">
              <a:rPr lang="en-GB"/>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itle and Content">
    <p:spTree>
      <p:nvGrpSpPr>
        <p:cNvPr id="1" name=""/>
        <p:cNvGrpSpPr/>
        <p:nvPr/>
      </p:nvGrpSpPr>
      <p:grpSpPr bwMode="auto">
        <a:xfrm>
          <a:off x="0" y="0"/>
          <a:ext cx="0" cy="0"/>
          <a:chOff x="0" y="0"/>
          <a:chExt cx="0" cy="0"/>
        </a:xfrm>
      </p:grpSpPr>
      <p:sp>
        <p:nvSpPr>
          <p:cNvPr id="1028999931" name="Title 1"/>
          <p:cNvSpPr>
            <a:spLocks noGrp="1"/>
          </p:cNvSpPr>
          <p:nvPr>
            <p:ph type="title"/>
          </p:nvPr>
        </p:nvSpPr>
        <p:spPr bwMode="auto"/>
        <p:txBody>
          <a:bodyPr/>
          <a:lstStyle/>
          <a:p>
            <a:pPr>
              <a:defRPr/>
            </a:pPr>
            <a:r>
              <a:rPr lang="en-GB"/>
              <a:t>Click to edit Master title style</a:t>
            </a:r>
            <a:endParaRPr lang="en-GB"/>
          </a:p>
        </p:txBody>
      </p:sp>
      <p:sp>
        <p:nvSpPr>
          <p:cNvPr id="84492695" name="Content Placeholder 2"/>
          <p:cNvSpPr>
            <a:spLocks noGrp="1"/>
          </p:cNvSpPr>
          <p:nvPr>
            <p:ph idx="1"/>
          </p:nvPr>
        </p:nvSpPr>
        <p:spPr bwMode="auto"/>
        <p:txBody>
          <a:bodyPr/>
          <a:lstStyle/>
          <a:p>
            <a:pPr lvl="0">
              <a:defRPr/>
            </a:pPr>
            <a:r>
              <a:rPr lang="en-GB"/>
              <a:t>Click to edit Master text styles</a:t>
            </a:r>
            <a:endParaRPr/>
          </a:p>
          <a:p>
            <a:pPr lvl="1">
              <a:defRPr/>
            </a:pPr>
            <a:r>
              <a:rPr lang="en-GB"/>
              <a:t>Second level</a:t>
            </a:r>
            <a:endParaRPr/>
          </a:p>
          <a:p>
            <a:pPr lvl="2">
              <a:defRPr/>
            </a:pPr>
            <a:r>
              <a:rPr lang="en-GB"/>
              <a:t>Third level</a:t>
            </a:r>
            <a:endParaRPr/>
          </a:p>
          <a:p>
            <a:pPr lvl="3">
              <a:defRPr/>
            </a:pPr>
            <a:r>
              <a:rPr lang="en-GB"/>
              <a:t>Fourth level</a:t>
            </a:r>
            <a:endParaRPr/>
          </a:p>
          <a:p>
            <a:pPr lvl="4">
              <a:defRPr/>
            </a:pPr>
            <a:r>
              <a:rPr lang="en-GB"/>
              <a:t>Fifth level</a:t>
            </a:r>
            <a:endParaRPr lang="en-GB"/>
          </a:p>
        </p:txBody>
      </p:sp>
      <p:sp>
        <p:nvSpPr>
          <p:cNvPr id="1517020127" name="Date Placeholder 3"/>
          <p:cNvSpPr>
            <a:spLocks noGrp="1"/>
          </p:cNvSpPr>
          <p:nvPr>
            <p:ph type="dt" sz="half" idx="10"/>
          </p:nvPr>
        </p:nvSpPr>
        <p:spPr bwMode="auto"/>
        <p:txBody>
          <a:bodyPr/>
          <a:lstStyle/>
          <a:p>
            <a:pPr>
              <a:defRPr/>
            </a:pPr>
            <a:fld id="{BCC18F51-09EC-435C-A3BA-64A766E099C0}" type="datetimeFigureOut">
              <a:rPr lang="en-GB"/>
              <a:t>30.10.2013</a:t>
            </a:fld>
            <a:endParaRPr lang="en-GB"/>
          </a:p>
        </p:txBody>
      </p:sp>
      <p:sp>
        <p:nvSpPr>
          <p:cNvPr id="1858353922" name="Footer Placeholder 4"/>
          <p:cNvSpPr>
            <a:spLocks noGrp="1"/>
          </p:cNvSpPr>
          <p:nvPr>
            <p:ph type="ftr" sz="quarter" idx="11"/>
          </p:nvPr>
        </p:nvSpPr>
        <p:spPr bwMode="auto"/>
        <p:txBody>
          <a:bodyPr/>
          <a:lstStyle/>
          <a:p>
            <a:pPr>
              <a:defRPr/>
            </a:pPr>
            <a:endParaRPr lang="en-GB"/>
          </a:p>
        </p:txBody>
      </p:sp>
      <p:sp>
        <p:nvSpPr>
          <p:cNvPr id="583682128" name="Slide Number Placeholder 5"/>
          <p:cNvSpPr>
            <a:spLocks noGrp="1"/>
          </p:cNvSpPr>
          <p:nvPr>
            <p:ph type="sldNum" sz="quarter" idx="12"/>
          </p:nvPr>
        </p:nvSpPr>
        <p:spPr bwMode="auto"/>
        <p:txBody>
          <a:bodyPr/>
          <a:lstStyle/>
          <a:p>
            <a:pPr>
              <a:defRPr/>
            </a:pPr>
            <a:fld id="{08395586-F03A-48D1-94DF-16B239DF4FB5}" type="slidenum">
              <a:rPr lang="en-GB"/>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secHead" userDrawn="1">
  <p:cSld name="Section Header">
    <p:spTree>
      <p:nvGrpSpPr>
        <p:cNvPr id="1" name=""/>
        <p:cNvGrpSpPr/>
        <p:nvPr/>
      </p:nvGrpSpPr>
      <p:grpSpPr bwMode="auto">
        <a:xfrm>
          <a:off x="0" y="0"/>
          <a:ext cx="0" cy="0"/>
          <a:chOff x="0" y="0"/>
          <a:chExt cx="0" cy="0"/>
        </a:xfrm>
      </p:grpSpPr>
      <p:sp>
        <p:nvSpPr>
          <p:cNvPr id="1857568501" name="Title 1"/>
          <p:cNvSpPr>
            <a:spLocks noGrp="1"/>
          </p:cNvSpPr>
          <p:nvPr>
            <p:ph type="title"/>
          </p:nvPr>
        </p:nvSpPr>
        <p:spPr bwMode="auto">
          <a:xfrm>
            <a:off x="831850" y="1709738"/>
            <a:ext cx="10515600" cy="2852737"/>
          </a:xfrm>
        </p:spPr>
        <p:txBody>
          <a:bodyPr anchor="b"/>
          <a:lstStyle>
            <a:lvl1pPr>
              <a:defRPr sz="6000"/>
            </a:lvl1pPr>
          </a:lstStyle>
          <a:p>
            <a:pPr>
              <a:defRPr/>
            </a:pPr>
            <a:r>
              <a:rPr lang="en-GB"/>
              <a:t>Click to edit Master title style</a:t>
            </a:r>
            <a:endParaRPr lang="en-GB"/>
          </a:p>
        </p:txBody>
      </p:sp>
      <p:sp>
        <p:nvSpPr>
          <p:cNvPr id="384481279" name="Text Placeholder 2"/>
          <p:cNvSpPr>
            <a:spLocks noGrp="1"/>
          </p:cNvSpPr>
          <p:nvPr>
            <p:ph type="body" idx="1"/>
          </p:nvPr>
        </p:nvSpPr>
        <p:spPr bwMode="auto">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defRPr/>
            </a:pPr>
            <a:r>
              <a:rPr lang="en-GB"/>
              <a:t>Click to edit Master text styles</a:t>
            </a:r>
            <a:endParaRPr/>
          </a:p>
        </p:txBody>
      </p:sp>
      <p:sp>
        <p:nvSpPr>
          <p:cNvPr id="1136224902" name="Date Placeholder 3"/>
          <p:cNvSpPr>
            <a:spLocks noGrp="1"/>
          </p:cNvSpPr>
          <p:nvPr>
            <p:ph type="dt" sz="half" idx="10"/>
          </p:nvPr>
        </p:nvSpPr>
        <p:spPr bwMode="auto"/>
        <p:txBody>
          <a:bodyPr/>
          <a:lstStyle/>
          <a:p>
            <a:pPr>
              <a:defRPr/>
            </a:pPr>
            <a:fld id="{BCC18F51-09EC-435C-A3BA-64A766E099C0}" type="datetimeFigureOut">
              <a:rPr lang="en-GB"/>
              <a:t>30.10.2013</a:t>
            </a:fld>
            <a:endParaRPr lang="en-GB"/>
          </a:p>
        </p:txBody>
      </p:sp>
      <p:sp>
        <p:nvSpPr>
          <p:cNvPr id="198860271" name="Footer Placeholder 4"/>
          <p:cNvSpPr>
            <a:spLocks noGrp="1"/>
          </p:cNvSpPr>
          <p:nvPr>
            <p:ph type="ftr" sz="quarter" idx="11"/>
          </p:nvPr>
        </p:nvSpPr>
        <p:spPr bwMode="auto"/>
        <p:txBody>
          <a:bodyPr/>
          <a:lstStyle/>
          <a:p>
            <a:pPr>
              <a:defRPr/>
            </a:pPr>
            <a:endParaRPr lang="en-GB"/>
          </a:p>
        </p:txBody>
      </p:sp>
      <p:sp>
        <p:nvSpPr>
          <p:cNvPr id="205144396" name="Slide Number Placeholder 5"/>
          <p:cNvSpPr>
            <a:spLocks noGrp="1"/>
          </p:cNvSpPr>
          <p:nvPr>
            <p:ph type="sldNum" sz="quarter" idx="12"/>
          </p:nvPr>
        </p:nvSpPr>
        <p:spPr bwMode="auto"/>
        <p:txBody>
          <a:bodyPr/>
          <a:lstStyle/>
          <a:p>
            <a:pPr>
              <a:defRPr/>
            </a:pPr>
            <a:fld id="{08395586-F03A-48D1-94DF-16B239DF4FB5}" type="slidenum">
              <a:rPr lang="en-GB"/>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 userDrawn="1">
  <p:cSld name="Two Content">
    <p:spTree>
      <p:nvGrpSpPr>
        <p:cNvPr id="1" name=""/>
        <p:cNvGrpSpPr/>
        <p:nvPr/>
      </p:nvGrpSpPr>
      <p:grpSpPr bwMode="auto">
        <a:xfrm>
          <a:off x="0" y="0"/>
          <a:ext cx="0" cy="0"/>
          <a:chOff x="0" y="0"/>
          <a:chExt cx="0" cy="0"/>
        </a:xfrm>
      </p:grpSpPr>
      <p:sp>
        <p:nvSpPr>
          <p:cNvPr id="374886955" name="Title 1"/>
          <p:cNvSpPr>
            <a:spLocks noGrp="1"/>
          </p:cNvSpPr>
          <p:nvPr>
            <p:ph type="title"/>
          </p:nvPr>
        </p:nvSpPr>
        <p:spPr bwMode="auto"/>
        <p:txBody>
          <a:bodyPr/>
          <a:lstStyle/>
          <a:p>
            <a:pPr>
              <a:defRPr/>
            </a:pPr>
            <a:r>
              <a:rPr lang="en-GB"/>
              <a:t>Click to edit Master title style</a:t>
            </a:r>
            <a:endParaRPr lang="en-GB"/>
          </a:p>
        </p:txBody>
      </p:sp>
      <p:sp>
        <p:nvSpPr>
          <p:cNvPr id="1379913482" name="Content Placeholder 2"/>
          <p:cNvSpPr>
            <a:spLocks noGrp="1"/>
          </p:cNvSpPr>
          <p:nvPr>
            <p:ph sz="half" idx="1"/>
          </p:nvPr>
        </p:nvSpPr>
        <p:spPr bwMode="auto">
          <a:xfrm>
            <a:off x="838200" y="1825625"/>
            <a:ext cx="5181600" cy="4351338"/>
          </a:xfrm>
        </p:spPr>
        <p:txBody>
          <a:bodyPr/>
          <a:lstStyle/>
          <a:p>
            <a:pPr lvl="0">
              <a:defRPr/>
            </a:pPr>
            <a:r>
              <a:rPr lang="en-GB"/>
              <a:t>Click to edit Master text styles</a:t>
            </a:r>
            <a:endParaRPr/>
          </a:p>
          <a:p>
            <a:pPr lvl="1">
              <a:defRPr/>
            </a:pPr>
            <a:r>
              <a:rPr lang="en-GB"/>
              <a:t>Second level</a:t>
            </a:r>
            <a:endParaRPr/>
          </a:p>
          <a:p>
            <a:pPr lvl="2">
              <a:defRPr/>
            </a:pPr>
            <a:r>
              <a:rPr lang="en-GB"/>
              <a:t>Third level</a:t>
            </a:r>
            <a:endParaRPr/>
          </a:p>
          <a:p>
            <a:pPr lvl="3">
              <a:defRPr/>
            </a:pPr>
            <a:r>
              <a:rPr lang="en-GB"/>
              <a:t>Fourth level</a:t>
            </a:r>
            <a:endParaRPr/>
          </a:p>
          <a:p>
            <a:pPr lvl="4">
              <a:defRPr/>
            </a:pPr>
            <a:r>
              <a:rPr lang="en-GB"/>
              <a:t>Fifth level</a:t>
            </a:r>
            <a:endParaRPr lang="en-GB"/>
          </a:p>
        </p:txBody>
      </p:sp>
      <p:sp>
        <p:nvSpPr>
          <p:cNvPr id="503437989" name="Content Placeholder 3"/>
          <p:cNvSpPr>
            <a:spLocks noGrp="1"/>
          </p:cNvSpPr>
          <p:nvPr>
            <p:ph sz="half" idx="2"/>
          </p:nvPr>
        </p:nvSpPr>
        <p:spPr bwMode="auto">
          <a:xfrm>
            <a:off x="6172200" y="1825625"/>
            <a:ext cx="5181600" cy="4351338"/>
          </a:xfrm>
        </p:spPr>
        <p:txBody>
          <a:bodyPr/>
          <a:lstStyle/>
          <a:p>
            <a:pPr lvl="0">
              <a:defRPr/>
            </a:pPr>
            <a:r>
              <a:rPr lang="en-GB"/>
              <a:t>Click to edit Master text styles</a:t>
            </a:r>
            <a:endParaRPr/>
          </a:p>
          <a:p>
            <a:pPr lvl="1">
              <a:defRPr/>
            </a:pPr>
            <a:r>
              <a:rPr lang="en-GB"/>
              <a:t>Second level</a:t>
            </a:r>
            <a:endParaRPr/>
          </a:p>
          <a:p>
            <a:pPr lvl="2">
              <a:defRPr/>
            </a:pPr>
            <a:r>
              <a:rPr lang="en-GB"/>
              <a:t>Third level</a:t>
            </a:r>
            <a:endParaRPr/>
          </a:p>
          <a:p>
            <a:pPr lvl="3">
              <a:defRPr/>
            </a:pPr>
            <a:r>
              <a:rPr lang="en-GB"/>
              <a:t>Fourth level</a:t>
            </a:r>
            <a:endParaRPr/>
          </a:p>
          <a:p>
            <a:pPr lvl="4">
              <a:defRPr/>
            </a:pPr>
            <a:r>
              <a:rPr lang="en-GB"/>
              <a:t>Fifth level</a:t>
            </a:r>
            <a:endParaRPr lang="en-GB"/>
          </a:p>
        </p:txBody>
      </p:sp>
      <p:sp>
        <p:nvSpPr>
          <p:cNvPr id="210198339" name="Date Placeholder 4"/>
          <p:cNvSpPr>
            <a:spLocks noGrp="1"/>
          </p:cNvSpPr>
          <p:nvPr>
            <p:ph type="dt" sz="half" idx="10"/>
          </p:nvPr>
        </p:nvSpPr>
        <p:spPr bwMode="auto"/>
        <p:txBody>
          <a:bodyPr/>
          <a:lstStyle/>
          <a:p>
            <a:pPr>
              <a:defRPr/>
            </a:pPr>
            <a:fld id="{BCC18F51-09EC-435C-A3BA-64A766E099C0}" type="datetimeFigureOut">
              <a:rPr lang="en-GB"/>
              <a:t>30.10.2013</a:t>
            </a:fld>
            <a:endParaRPr lang="en-GB"/>
          </a:p>
        </p:txBody>
      </p:sp>
      <p:sp>
        <p:nvSpPr>
          <p:cNvPr id="1514242664" name="Footer Placeholder 5"/>
          <p:cNvSpPr>
            <a:spLocks noGrp="1"/>
          </p:cNvSpPr>
          <p:nvPr>
            <p:ph type="ftr" sz="quarter" idx="11"/>
          </p:nvPr>
        </p:nvSpPr>
        <p:spPr bwMode="auto"/>
        <p:txBody>
          <a:bodyPr/>
          <a:lstStyle/>
          <a:p>
            <a:pPr>
              <a:defRPr/>
            </a:pPr>
            <a:endParaRPr lang="en-GB"/>
          </a:p>
        </p:txBody>
      </p:sp>
      <p:sp>
        <p:nvSpPr>
          <p:cNvPr id="1864696283" name="Slide Number Placeholder 6"/>
          <p:cNvSpPr>
            <a:spLocks noGrp="1"/>
          </p:cNvSpPr>
          <p:nvPr>
            <p:ph type="sldNum" sz="quarter" idx="12"/>
          </p:nvPr>
        </p:nvSpPr>
        <p:spPr bwMode="auto"/>
        <p:txBody>
          <a:bodyPr/>
          <a:lstStyle/>
          <a:p>
            <a:pPr>
              <a:defRPr/>
            </a:pPr>
            <a:fld id="{08395586-F03A-48D1-94DF-16B239DF4FB5}" type="slidenum">
              <a:rPr lang="en-GB"/>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TxTwoObj" userDrawn="1">
  <p:cSld name="Comparison">
    <p:spTree>
      <p:nvGrpSpPr>
        <p:cNvPr id="1" name=""/>
        <p:cNvGrpSpPr/>
        <p:nvPr/>
      </p:nvGrpSpPr>
      <p:grpSpPr bwMode="auto">
        <a:xfrm>
          <a:off x="0" y="0"/>
          <a:ext cx="0" cy="0"/>
          <a:chOff x="0" y="0"/>
          <a:chExt cx="0" cy="0"/>
        </a:xfrm>
      </p:grpSpPr>
      <p:sp>
        <p:nvSpPr>
          <p:cNvPr id="28854609" name="Title 1"/>
          <p:cNvSpPr>
            <a:spLocks noGrp="1"/>
          </p:cNvSpPr>
          <p:nvPr>
            <p:ph type="title"/>
          </p:nvPr>
        </p:nvSpPr>
        <p:spPr bwMode="auto">
          <a:xfrm>
            <a:off x="839788" y="365125"/>
            <a:ext cx="10515600" cy="1325563"/>
          </a:xfrm>
        </p:spPr>
        <p:txBody>
          <a:bodyPr/>
          <a:lstStyle/>
          <a:p>
            <a:pPr>
              <a:defRPr/>
            </a:pPr>
            <a:r>
              <a:rPr lang="en-GB"/>
              <a:t>Click to edit Master title style</a:t>
            </a:r>
            <a:endParaRPr lang="en-GB"/>
          </a:p>
        </p:txBody>
      </p:sp>
      <p:sp>
        <p:nvSpPr>
          <p:cNvPr id="635702675" name="Text Placeholder 2"/>
          <p:cNvSpPr>
            <a:spLocks noGrp="1"/>
          </p:cNvSpPr>
          <p:nvPr>
            <p:ph type="body" idx="1"/>
          </p:nvPr>
        </p:nvSpPr>
        <p:spPr bwMode="auto">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GB"/>
              <a:t>Click to edit Master text styles</a:t>
            </a:r>
            <a:endParaRPr/>
          </a:p>
        </p:txBody>
      </p:sp>
      <p:sp>
        <p:nvSpPr>
          <p:cNvPr id="1201660991" name="Content Placeholder 3"/>
          <p:cNvSpPr>
            <a:spLocks noGrp="1"/>
          </p:cNvSpPr>
          <p:nvPr>
            <p:ph sz="half" idx="2"/>
          </p:nvPr>
        </p:nvSpPr>
        <p:spPr bwMode="auto">
          <a:xfrm>
            <a:off x="839788" y="2505074"/>
            <a:ext cx="5157787" cy="3684588"/>
          </a:xfrm>
        </p:spPr>
        <p:txBody>
          <a:bodyPr/>
          <a:lstStyle/>
          <a:p>
            <a:pPr lvl="0">
              <a:defRPr/>
            </a:pPr>
            <a:r>
              <a:rPr lang="en-GB"/>
              <a:t>Click to edit Master text styles</a:t>
            </a:r>
            <a:endParaRPr/>
          </a:p>
          <a:p>
            <a:pPr lvl="1">
              <a:defRPr/>
            </a:pPr>
            <a:r>
              <a:rPr lang="en-GB"/>
              <a:t>Second level</a:t>
            </a:r>
            <a:endParaRPr/>
          </a:p>
          <a:p>
            <a:pPr lvl="2">
              <a:defRPr/>
            </a:pPr>
            <a:r>
              <a:rPr lang="en-GB"/>
              <a:t>Third level</a:t>
            </a:r>
            <a:endParaRPr/>
          </a:p>
          <a:p>
            <a:pPr lvl="3">
              <a:defRPr/>
            </a:pPr>
            <a:r>
              <a:rPr lang="en-GB"/>
              <a:t>Fourth level</a:t>
            </a:r>
            <a:endParaRPr/>
          </a:p>
          <a:p>
            <a:pPr lvl="4">
              <a:defRPr/>
            </a:pPr>
            <a:r>
              <a:rPr lang="en-GB"/>
              <a:t>Fifth level</a:t>
            </a:r>
            <a:endParaRPr lang="en-GB"/>
          </a:p>
        </p:txBody>
      </p:sp>
      <p:sp>
        <p:nvSpPr>
          <p:cNvPr id="98605798" name="Text Placeholder 4"/>
          <p:cNvSpPr>
            <a:spLocks noGrp="1"/>
          </p:cNvSpPr>
          <p:nvPr>
            <p:ph type="body" sz="quarter" idx="3"/>
          </p:nvPr>
        </p:nvSpPr>
        <p:spPr bwMode="auto">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GB"/>
              <a:t>Click to edit Master text styles</a:t>
            </a:r>
            <a:endParaRPr/>
          </a:p>
        </p:txBody>
      </p:sp>
      <p:sp>
        <p:nvSpPr>
          <p:cNvPr id="1821300079" name="Content Placeholder 5"/>
          <p:cNvSpPr>
            <a:spLocks noGrp="1"/>
          </p:cNvSpPr>
          <p:nvPr>
            <p:ph sz="quarter" idx="4"/>
          </p:nvPr>
        </p:nvSpPr>
        <p:spPr bwMode="auto">
          <a:xfrm>
            <a:off x="6172200" y="2505074"/>
            <a:ext cx="5183188" cy="3684588"/>
          </a:xfrm>
        </p:spPr>
        <p:txBody>
          <a:bodyPr/>
          <a:lstStyle/>
          <a:p>
            <a:pPr lvl="0">
              <a:defRPr/>
            </a:pPr>
            <a:r>
              <a:rPr lang="en-GB"/>
              <a:t>Click to edit Master text styles</a:t>
            </a:r>
            <a:endParaRPr/>
          </a:p>
          <a:p>
            <a:pPr lvl="1">
              <a:defRPr/>
            </a:pPr>
            <a:r>
              <a:rPr lang="en-GB"/>
              <a:t>Second level</a:t>
            </a:r>
            <a:endParaRPr/>
          </a:p>
          <a:p>
            <a:pPr lvl="2">
              <a:defRPr/>
            </a:pPr>
            <a:r>
              <a:rPr lang="en-GB"/>
              <a:t>Third level</a:t>
            </a:r>
            <a:endParaRPr/>
          </a:p>
          <a:p>
            <a:pPr lvl="3">
              <a:defRPr/>
            </a:pPr>
            <a:r>
              <a:rPr lang="en-GB"/>
              <a:t>Fourth level</a:t>
            </a:r>
            <a:endParaRPr/>
          </a:p>
          <a:p>
            <a:pPr lvl="4">
              <a:defRPr/>
            </a:pPr>
            <a:r>
              <a:rPr lang="en-GB"/>
              <a:t>Fifth level</a:t>
            </a:r>
            <a:endParaRPr lang="en-GB"/>
          </a:p>
        </p:txBody>
      </p:sp>
      <p:sp>
        <p:nvSpPr>
          <p:cNvPr id="1807445680" name="Date Placeholder 6"/>
          <p:cNvSpPr>
            <a:spLocks noGrp="1"/>
          </p:cNvSpPr>
          <p:nvPr>
            <p:ph type="dt" sz="half" idx="10"/>
          </p:nvPr>
        </p:nvSpPr>
        <p:spPr bwMode="auto"/>
        <p:txBody>
          <a:bodyPr/>
          <a:lstStyle/>
          <a:p>
            <a:pPr>
              <a:defRPr/>
            </a:pPr>
            <a:fld id="{BCC18F51-09EC-435C-A3BA-64A766E099C0}" type="datetimeFigureOut">
              <a:rPr lang="en-GB"/>
              <a:t>30.10.2013</a:t>
            </a:fld>
            <a:endParaRPr lang="en-GB"/>
          </a:p>
        </p:txBody>
      </p:sp>
      <p:sp>
        <p:nvSpPr>
          <p:cNvPr id="878223955" name="Footer Placeholder 7"/>
          <p:cNvSpPr>
            <a:spLocks noGrp="1"/>
          </p:cNvSpPr>
          <p:nvPr>
            <p:ph type="ftr" sz="quarter" idx="11"/>
          </p:nvPr>
        </p:nvSpPr>
        <p:spPr bwMode="auto"/>
        <p:txBody>
          <a:bodyPr/>
          <a:lstStyle/>
          <a:p>
            <a:pPr>
              <a:defRPr/>
            </a:pPr>
            <a:endParaRPr lang="en-GB"/>
          </a:p>
        </p:txBody>
      </p:sp>
      <p:sp>
        <p:nvSpPr>
          <p:cNvPr id="1708472642" name="Slide Number Placeholder 8"/>
          <p:cNvSpPr>
            <a:spLocks noGrp="1"/>
          </p:cNvSpPr>
          <p:nvPr>
            <p:ph type="sldNum" sz="quarter" idx="12"/>
          </p:nvPr>
        </p:nvSpPr>
        <p:spPr bwMode="auto"/>
        <p:txBody>
          <a:bodyPr/>
          <a:lstStyle/>
          <a:p>
            <a:pPr>
              <a:defRPr/>
            </a:pPr>
            <a:fld id="{08395586-F03A-48D1-94DF-16B239DF4FB5}" type="slidenum">
              <a:rPr lang="en-GB"/>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Only" userDrawn="1">
  <p:cSld name="Title Only">
    <p:spTree>
      <p:nvGrpSpPr>
        <p:cNvPr id="1" name=""/>
        <p:cNvGrpSpPr/>
        <p:nvPr/>
      </p:nvGrpSpPr>
      <p:grpSpPr bwMode="auto">
        <a:xfrm>
          <a:off x="0" y="0"/>
          <a:ext cx="0" cy="0"/>
          <a:chOff x="0" y="0"/>
          <a:chExt cx="0" cy="0"/>
        </a:xfrm>
      </p:grpSpPr>
      <p:sp>
        <p:nvSpPr>
          <p:cNvPr id="366570478" name="Title 1"/>
          <p:cNvSpPr>
            <a:spLocks noGrp="1"/>
          </p:cNvSpPr>
          <p:nvPr>
            <p:ph type="title"/>
          </p:nvPr>
        </p:nvSpPr>
        <p:spPr bwMode="auto"/>
        <p:txBody>
          <a:bodyPr/>
          <a:lstStyle/>
          <a:p>
            <a:pPr>
              <a:defRPr/>
            </a:pPr>
            <a:r>
              <a:rPr lang="en-GB"/>
              <a:t>Click to edit Master title style</a:t>
            </a:r>
            <a:endParaRPr lang="en-GB"/>
          </a:p>
        </p:txBody>
      </p:sp>
      <p:sp>
        <p:nvSpPr>
          <p:cNvPr id="1330946698" name="Date Placeholder 2"/>
          <p:cNvSpPr>
            <a:spLocks noGrp="1"/>
          </p:cNvSpPr>
          <p:nvPr>
            <p:ph type="dt" sz="half" idx="10"/>
          </p:nvPr>
        </p:nvSpPr>
        <p:spPr bwMode="auto"/>
        <p:txBody>
          <a:bodyPr/>
          <a:lstStyle/>
          <a:p>
            <a:pPr>
              <a:defRPr/>
            </a:pPr>
            <a:fld id="{BCC18F51-09EC-435C-A3BA-64A766E099C0}" type="datetimeFigureOut">
              <a:rPr lang="en-GB"/>
              <a:t>30.10.2013</a:t>
            </a:fld>
            <a:endParaRPr lang="en-GB"/>
          </a:p>
        </p:txBody>
      </p:sp>
      <p:sp>
        <p:nvSpPr>
          <p:cNvPr id="151984516" name="Footer Placeholder 3"/>
          <p:cNvSpPr>
            <a:spLocks noGrp="1"/>
          </p:cNvSpPr>
          <p:nvPr>
            <p:ph type="ftr" sz="quarter" idx="11"/>
          </p:nvPr>
        </p:nvSpPr>
        <p:spPr bwMode="auto"/>
        <p:txBody>
          <a:bodyPr/>
          <a:lstStyle/>
          <a:p>
            <a:pPr>
              <a:defRPr/>
            </a:pPr>
            <a:endParaRPr lang="en-GB"/>
          </a:p>
        </p:txBody>
      </p:sp>
      <p:sp>
        <p:nvSpPr>
          <p:cNvPr id="242580397" name="Slide Number Placeholder 4"/>
          <p:cNvSpPr>
            <a:spLocks noGrp="1"/>
          </p:cNvSpPr>
          <p:nvPr>
            <p:ph type="sldNum" sz="quarter" idx="12"/>
          </p:nvPr>
        </p:nvSpPr>
        <p:spPr bwMode="auto"/>
        <p:txBody>
          <a:bodyPr/>
          <a:lstStyle/>
          <a:p>
            <a:pPr>
              <a:defRPr/>
            </a:pPr>
            <a:fld id="{08395586-F03A-48D1-94DF-16B239DF4FB5}" type="slidenum">
              <a:rPr lang="en-GB"/>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Blank">
    <p:spTree>
      <p:nvGrpSpPr>
        <p:cNvPr id="1" name=""/>
        <p:cNvGrpSpPr/>
        <p:nvPr/>
      </p:nvGrpSpPr>
      <p:grpSpPr bwMode="auto">
        <a:xfrm>
          <a:off x="0" y="0"/>
          <a:ext cx="0" cy="0"/>
          <a:chOff x="0" y="0"/>
          <a:chExt cx="0" cy="0"/>
        </a:xfrm>
      </p:grpSpPr>
      <p:sp>
        <p:nvSpPr>
          <p:cNvPr id="1891737869" name="Date Placeholder 1"/>
          <p:cNvSpPr>
            <a:spLocks noGrp="1"/>
          </p:cNvSpPr>
          <p:nvPr>
            <p:ph type="dt" sz="half" idx="10"/>
          </p:nvPr>
        </p:nvSpPr>
        <p:spPr bwMode="auto"/>
        <p:txBody>
          <a:bodyPr/>
          <a:lstStyle/>
          <a:p>
            <a:pPr>
              <a:defRPr/>
            </a:pPr>
            <a:fld id="{BCC18F51-09EC-435C-A3BA-64A766E099C0}" type="datetimeFigureOut">
              <a:rPr lang="en-GB"/>
              <a:t>30.10.2013</a:t>
            </a:fld>
            <a:endParaRPr lang="en-GB"/>
          </a:p>
        </p:txBody>
      </p:sp>
      <p:sp>
        <p:nvSpPr>
          <p:cNvPr id="2046134596" name="Footer Placeholder 2"/>
          <p:cNvSpPr>
            <a:spLocks noGrp="1"/>
          </p:cNvSpPr>
          <p:nvPr>
            <p:ph type="ftr" sz="quarter" idx="11"/>
          </p:nvPr>
        </p:nvSpPr>
        <p:spPr bwMode="auto"/>
        <p:txBody>
          <a:bodyPr/>
          <a:lstStyle/>
          <a:p>
            <a:pPr>
              <a:defRPr/>
            </a:pPr>
            <a:endParaRPr lang="en-GB"/>
          </a:p>
        </p:txBody>
      </p:sp>
      <p:sp>
        <p:nvSpPr>
          <p:cNvPr id="1346919739" name="Slide Number Placeholder 3"/>
          <p:cNvSpPr>
            <a:spLocks noGrp="1"/>
          </p:cNvSpPr>
          <p:nvPr>
            <p:ph type="sldNum" sz="quarter" idx="12"/>
          </p:nvPr>
        </p:nvSpPr>
        <p:spPr bwMode="auto"/>
        <p:txBody>
          <a:bodyPr/>
          <a:lstStyle/>
          <a:p>
            <a:pPr>
              <a:defRPr/>
            </a:pPr>
            <a:fld id="{08395586-F03A-48D1-94DF-16B239DF4FB5}" type="slidenum">
              <a:rPr lang="en-GB"/>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Tx" userDrawn="1">
  <p:cSld name="Content with Caption">
    <p:spTree>
      <p:nvGrpSpPr>
        <p:cNvPr id="1" name=""/>
        <p:cNvGrpSpPr/>
        <p:nvPr/>
      </p:nvGrpSpPr>
      <p:grpSpPr bwMode="auto">
        <a:xfrm>
          <a:off x="0" y="0"/>
          <a:ext cx="0" cy="0"/>
          <a:chOff x="0" y="0"/>
          <a:chExt cx="0" cy="0"/>
        </a:xfrm>
      </p:grpSpPr>
      <p:sp>
        <p:nvSpPr>
          <p:cNvPr id="1666749167" name="Title 1"/>
          <p:cNvSpPr>
            <a:spLocks noGrp="1"/>
          </p:cNvSpPr>
          <p:nvPr>
            <p:ph type="title"/>
          </p:nvPr>
        </p:nvSpPr>
        <p:spPr bwMode="auto">
          <a:xfrm>
            <a:off x="839788" y="457200"/>
            <a:ext cx="3932237" cy="1600200"/>
          </a:xfrm>
        </p:spPr>
        <p:txBody>
          <a:bodyPr anchor="b"/>
          <a:lstStyle>
            <a:lvl1pPr>
              <a:defRPr sz="3200"/>
            </a:lvl1pPr>
          </a:lstStyle>
          <a:p>
            <a:pPr>
              <a:defRPr/>
            </a:pPr>
            <a:r>
              <a:rPr lang="en-GB"/>
              <a:t>Click to edit Master title style</a:t>
            </a:r>
            <a:endParaRPr lang="en-GB"/>
          </a:p>
        </p:txBody>
      </p:sp>
      <p:sp>
        <p:nvSpPr>
          <p:cNvPr id="1443585745" name="Content Placeholder 2"/>
          <p:cNvSpPr>
            <a:spLocks noGrp="1"/>
          </p:cNvSpPr>
          <p:nvPr>
            <p:ph idx="1"/>
          </p:nvPr>
        </p:nvSpPr>
        <p:spPr bwMode="auto">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en-GB"/>
              <a:t>Click to edit Master text styles</a:t>
            </a:r>
            <a:endParaRPr/>
          </a:p>
          <a:p>
            <a:pPr lvl="1">
              <a:defRPr/>
            </a:pPr>
            <a:r>
              <a:rPr lang="en-GB"/>
              <a:t>Second level</a:t>
            </a:r>
            <a:endParaRPr/>
          </a:p>
          <a:p>
            <a:pPr lvl="2">
              <a:defRPr/>
            </a:pPr>
            <a:r>
              <a:rPr lang="en-GB"/>
              <a:t>Third level</a:t>
            </a:r>
            <a:endParaRPr/>
          </a:p>
          <a:p>
            <a:pPr lvl="3">
              <a:defRPr/>
            </a:pPr>
            <a:r>
              <a:rPr lang="en-GB"/>
              <a:t>Fourth level</a:t>
            </a:r>
            <a:endParaRPr/>
          </a:p>
          <a:p>
            <a:pPr lvl="4">
              <a:defRPr/>
            </a:pPr>
            <a:r>
              <a:rPr lang="en-GB"/>
              <a:t>Fifth level</a:t>
            </a:r>
            <a:endParaRPr lang="en-GB"/>
          </a:p>
        </p:txBody>
      </p:sp>
      <p:sp>
        <p:nvSpPr>
          <p:cNvPr id="647084866" name="Text Placeholder 3"/>
          <p:cNvSpPr>
            <a:spLocks noGrp="1"/>
          </p:cNvSpPr>
          <p:nvPr>
            <p:ph type="body" sz="half" idx="2"/>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en-GB"/>
              <a:t>Click to edit Master text styles</a:t>
            </a:r>
            <a:endParaRPr/>
          </a:p>
        </p:txBody>
      </p:sp>
      <p:sp>
        <p:nvSpPr>
          <p:cNvPr id="367109469" name="Date Placeholder 4"/>
          <p:cNvSpPr>
            <a:spLocks noGrp="1"/>
          </p:cNvSpPr>
          <p:nvPr>
            <p:ph type="dt" sz="half" idx="10"/>
          </p:nvPr>
        </p:nvSpPr>
        <p:spPr bwMode="auto"/>
        <p:txBody>
          <a:bodyPr/>
          <a:lstStyle/>
          <a:p>
            <a:pPr>
              <a:defRPr/>
            </a:pPr>
            <a:fld id="{BCC18F51-09EC-435C-A3BA-64A766E099C0}" type="datetimeFigureOut">
              <a:rPr lang="en-GB"/>
              <a:t>30.10.2013</a:t>
            </a:fld>
            <a:endParaRPr lang="en-GB"/>
          </a:p>
        </p:txBody>
      </p:sp>
      <p:sp>
        <p:nvSpPr>
          <p:cNvPr id="852094072" name="Footer Placeholder 5"/>
          <p:cNvSpPr>
            <a:spLocks noGrp="1"/>
          </p:cNvSpPr>
          <p:nvPr>
            <p:ph type="ftr" sz="quarter" idx="11"/>
          </p:nvPr>
        </p:nvSpPr>
        <p:spPr bwMode="auto"/>
        <p:txBody>
          <a:bodyPr/>
          <a:lstStyle/>
          <a:p>
            <a:pPr>
              <a:defRPr/>
            </a:pPr>
            <a:endParaRPr lang="en-GB"/>
          </a:p>
        </p:txBody>
      </p:sp>
      <p:sp>
        <p:nvSpPr>
          <p:cNvPr id="1304872162" name="Slide Number Placeholder 6"/>
          <p:cNvSpPr>
            <a:spLocks noGrp="1"/>
          </p:cNvSpPr>
          <p:nvPr>
            <p:ph type="sldNum" sz="quarter" idx="12"/>
          </p:nvPr>
        </p:nvSpPr>
        <p:spPr bwMode="auto"/>
        <p:txBody>
          <a:bodyPr/>
          <a:lstStyle/>
          <a:p>
            <a:pPr>
              <a:defRPr/>
            </a:pPr>
            <a:fld id="{08395586-F03A-48D1-94DF-16B239DF4FB5}" type="slidenum">
              <a:rPr lang="en-GB"/>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picTx" userDrawn="1">
  <p:cSld name="Picture with Caption">
    <p:spTree>
      <p:nvGrpSpPr>
        <p:cNvPr id="1" name=""/>
        <p:cNvGrpSpPr/>
        <p:nvPr/>
      </p:nvGrpSpPr>
      <p:grpSpPr bwMode="auto">
        <a:xfrm>
          <a:off x="0" y="0"/>
          <a:ext cx="0" cy="0"/>
          <a:chOff x="0" y="0"/>
          <a:chExt cx="0" cy="0"/>
        </a:xfrm>
      </p:grpSpPr>
      <p:sp>
        <p:nvSpPr>
          <p:cNvPr id="2052760475" name="Title 1"/>
          <p:cNvSpPr>
            <a:spLocks noGrp="1"/>
          </p:cNvSpPr>
          <p:nvPr>
            <p:ph type="title"/>
          </p:nvPr>
        </p:nvSpPr>
        <p:spPr bwMode="auto">
          <a:xfrm>
            <a:off x="839788" y="457200"/>
            <a:ext cx="3932237" cy="1600200"/>
          </a:xfrm>
        </p:spPr>
        <p:txBody>
          <a:bodyPr anchor="b"/>
          <a:lstStyle>
            <a:lvl1pPr>
              <a:defRPr sz="3200"/>
            </a:lvl1pPr>
          </a:lstStyle>
          <a:p>
            <a:pPr>
              <a:defRPr/>
            </a:pPr>
            <a:r>
              <a:rPr lang="en-GB"/>
              <a:t>Click to edit Master title style</a:t>
            </a:r>
            <a:endParaRPr lang="en-GB"/>
          </a:p>
        </p:txBody>
      </p:sp>
      <p:sp>
        <p:nvSpPr>
          <p:cNvPr id="835411818" name="Picture Placeholder 2"/>
          <p:cNvSpPr>
            <a:spLocks noChangeAspect="1" noGrp="1"/>
          </p:cNvSpPr>
          <p:nvPr>
            <p:ph type="pic" idx="1"/>
          </p:nvPr>
        </p:nvSpPr>
        <p:spPr bwMode="auto">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r>
              <a:rPr lang="en-GB"/>
              <a:t>Click icon to add picture</a:t>
            </a:r>
            <a:endParaRPr lang="en-GB"/>
          </a:p>
        </p:txBody>
      </p:sp>
      <p:sp>
        <p:nvSpPr>
          <p:cNvPr id="364161858" name="Text Placeholder 3"/>
          <p:cNvSpPr>
            <a:spLocks noGrp="1"/>
          </p:cNvSpPr>
          <p:nvPr>
            <p:ph type="body" sz="half" idx="2"/>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en-GB"/>
              <a:t>Click to edit Master text styles</a:t>
            </a:r>
            <a:endParaRPr/>
          </a:p>
        </p:txBody>
      </p:sp>
      <p:sp>
        <p:nvSpPr>
          <p:cNvPr id="431860951" name="Date Placeholder 4"/>
          <p:cNvSpPr>
            <a:spLocks noGrp="1"/>
          </p:cNvSpPr>
          <p:nvPr>
            <p:ph type="dt" sz="half" idx="10"/>
          </p:nvPr>
        </p:nvSpPr>
        <p:spPr bwMode="auto"/>
        <p:txBody>
          <a:bodyPr/>
          <a:lstStyle/>
          <a:p>
            <a:pPr>
              <a:defRPr/>
            </a:pPr>
            <a:fld id="{BCC18F51-09EC-435C-A3BA-64A766E099C0}" type="datetimeFigureOut">
              <a:rPr lang="en-GB"/>
              <a:t>30.10.2013</a:t>
            </a:fld>
            <a:endParaRPr lang="en-GB"/>
          </a:p>
        </p:txBody>
      </p:sp>
      <p:sp>
        <p:nvSpPr>
          <p:cNvPr id="1386652328" name="Footer Placeholder 5"/>
          <p:cNvSpPr>
            <a:spLocks noGrp="1"/>
          </p:cNvSpPr>
          <p:nvPr>
            <p:ph type="ftr" sz="quarter" idx="11"/>
          </p:nvPr>
        </p:nvSpPr>
        <p:spPr bwMode="auto"/>
        <p:txBody>
          <a:bodyPr/>
          <a:lstStyle/>
          <a:p>
            <a:pPr>
              <a:defRPr/>
            </a:pPr>
            <a:endParaRPr lang="en-GB"/>
          </a:p>
        </p:txBody>
      </p:sp>
      <p:sp>
        <p:nvSpPr>
          <p:cNvPr id="1609463713" name="Slide Number Placeholder 6"/>
          <p:cNvSpPr>
            <a:spLocks noGrp="1"/>
          </p:cNvSpPr>
          <p:nvPr>
            <p:ph type="sldNum" sz="quarter" idx="12"/>
          </p:nvPr>
        </p:nvSpPr>
        <p:spPr bwMode="auto"/>
        <p:txBody>
          <a:bodyPr/>
          <a:lstStyle/>
          <a:p>
            <a:pPr>
              <a:defRPr/>
            </a:pPr>
            <a:fld id="{08395586-F03A-48D1-94DF-16B239DF4FB5}" type="slidenum">
              <a:rPr lang="en-GB"/>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x" userDrawn="1">
  <p:cSld name="Title and Vertical Text">
    <p:spTree>
      <p:nvGrpSpPr>
        <p:cNvPr id="1" name=""/>
        <p:cNvGrpSpPr/>
        <p:nvPr/>
      </p:nvGrpSpPr>
      <p:grpSpPr bwMode="auto">
        <a:xfrm>
          <a:off x="0" y="0"/>
          <a:ext cx="0" cy="0"/>
          <a:chOff x="0" y="0"/>
          <a:chExt cx="0" cy="0"/>
        </a:xfrm>
      </p:grpSpPr>
      <p:sp>
        <p:nvSpPr>
          <p:cNvPr id="13872563" name="Title 1"/>
          <p:cNvSpPr>
            <a:spLocks noGrp="1"/>
          </p:cNvSpPr>
          <p:nvPr>
            <p:ph type="title"/>
          </p:nvPr>
        </p:nvSpPr>
        <p:spPr bwMode="auto"/>
        <p:txBody>
          <a:bodyPr/>
          <a:lstStyle/>
          <a:p>
            <a:pPr>
              <a:defRPr/>
            </a:pPr>
            <a:r>
              <a:rPr lang="en-GB"/>
              <a:t>Click to edit Master title style</a:t>
            </a:r>
            <a:endParaRPr lang="en-GB"/>
          </a:p>
        </p:txBody>
      </p:sp>
      <p:sp>
        <p:nvSpPr>
          <p:cNvPr id="1342671337" name="Vertical Text Placeholder 2"/>
          <p:cNvSpPr>
            <a:spLocks noGrp="1"/>
          </p:cNvSpPr>
          <p:nvPr>
            <p:ph type="body" orient="vert" idx="1"/>
          </p:nvPr>
        </p:nvSpPr>
        <p:spPr bwMode="auto"/>
        <p:txBody>
          <a:bodyPr vert="eaVert"/>
          <a:lstStyle/>
          <a:p>
            <a:pPr lvl="0">
              <a:defRPr/>
            </a:pPr>
            <a:r>
              <a:rPr lang="en-GB"/>
              <a:t>Click to edit Master text styles</a:t>
            </a:r>
            <a:endParaRPr/>
          </a:p>
          <a:p>
            <a:pPr lvl="1">
              <a:defRPr/>
            </a:pPr>
            <a:r>
              <a:rPr lang="en-GB"/>
              <a:t>Second level</a:t>
            </a:r>
            <a:endParaRPr/>
          </a:p>
          <a:p>
            <a:pPr lvl="2">
              <a:defRPr/>
            </a:pPr>
            <a:r>
              <a:rPr lang="en-GB"/>
              <a:t>Third level</a:t>
            </a:r>
            <a:endParaRPr/>
          </a:p>
          <a:p>
            <a:pPr lvl="3">
              <a:defRPr/>
            </a:pPr>
            <a:r>
              <a:rPr lang="en-GB"/>
              <a:t>Fourth level</a:t>
            </a:r>
            <a:endParaRPr/>
          </a:p>
          <a:p>
            <a:pPr lvl="4">
              <a:defRPr/>
            </a:pPr>
            <a:r>
              <a:rPr lang="en-GB"/>
              <a:t>Fifth level</a:t>
            </a:r>
            <a:endParaRPr lang="en-GB"/>
          </a:p>
        </p:txBody>
      </p:sp>
      <p:sp>
        <p:nvSpPr>
          <p:cNvPr id="813342930" name="Date Placeholder 3"/>
          <p:cNvSpPr>
            <a:spLocks noGrp="1"/>
          </p:cNvSpPr>
          <p:nvPr>
            <p:ph type="dt" sz="half" idx="10"/>
          </p:nvPr>
        </p:nvSpPr>
        <p:spPr bwMode="auto"/>
        <p:txBody>
          <a:bodyPr/>
          <a:lstStyle/>
          <a:p>
            <a:pPr>
              <a:defRPr/>
            </a:pPr>
            <a:fld id="{BCC18F51-09EC-435C-A3BA-64A766E099C0}" type="datetimeFigureOut">
              <a:rPr lang="en-GB"/>
              <a:t>30.10.2013</a:t>
            </a:fld>
            <a:endParaRPr lang="en-GB"/>
          </a:p>
        </p:txBody>
      </p:sp>
      <p:sp>
        <p:nvSpPr>
          <p:cNvPr id="1641747996" name="Footer Placeholder 4"/>
          <p:cNvSpPr>
            <a:spLocks noGrp="1"/>
          </p:cNvSpPr>
          <p:nvPr>
            <p:ph type="ftr" sz="quarter" idx="11"/>
          </p:nvPr>
        </p:nvSpPr>
        <p:spPr bwMode="auto"/>
        <p:txBody>
          <a:bodyPr/>
          <a:lstStyle/>
          <a:p>
            <a:pPr>
              <a:defRPr/>
            </a:pPr>
            <a:endParaRPr lang="en-GB"/>
          </a:p>
        </p:txBody>
      </p:sp>
      <p:sp>
        <p:nvSpPr>
          <p:cNvPr id="274698001" name="Slide Number Placeholder 5"/>
          <p:cNvSpPr>
            <a:spLocks noGrp="1"/>
          </p:cNvSpPr>
          <p:nvPr>
            <p:ph type="sldNum" sz="quarter" idx="12"/>
          </p:nvPr>
        </p:nvSpPr>
        <p:spPr bwMode="auto"/>
        <p:txBody>
          <a:bodyPr/>
          <a:lstStyle/>
          <a:p>
            <a:pPr>
              <a:defRPr/>
            </a:pPr>
            <a:fld id="{08395586-F03A-48D1-94DF-16B239DF4FB5}" type="slidenum">
              <a:rPr lang="en-GB"/>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itleAndTx" userDrawn="1">
  <p:cSld name="Vertical Title and Text">
    <p:spTree>
      <p:nvGrpSpPr>
        <p:cNvPr id="1" name=""/>
        <p:cNvGrpSpPr/>
        <p:nvPr/>
      </p:nvGrpSpPr>
      <p:grpSpPr bwMode="auto">
        <a:xfrm>
          <a:off x="0" y="0"/>
          <a:ext cx="0" cy="0"/>
          <a:chOff x="0" y="0"/>
          <a:chExt cx="0" cy="0"/>
        </a:xfrm>
      </p:grpSpPr>
      <p:sp>
        <p:nvSpPr>
          <p:cNvPr id="1611843552" name="Vertical Title 1"/>
          <p:cNvSpPr>
            <a:spLocks noGrp="1"/>
          </p:cNvSpPr>
          <p:nvPr>
            <p:ph type="title" orient="vert"/>
          </p:nvPr>
        </p:nvSpPr>
        <p:spPr bwMode="auto">
          <a:xfrm>
            <a:off x="8724900" y="365125"/>
            <a:ext cx="2628900" cy="5811838"/>
          </a:xfrm>
        </p:spPr>
        <p:txBody>
          <a:bodyPr vert="eaVert"/>
          <a:lstStyle/>
          <a:p>
            <a:pPr>
              <a:defRPr/>
            </a:pPr>
            <a:r>
              <a:rPr lang="en-GB"/>
              <a:t>Click to edit Master title style</a:t>
            </a:r>
            <a:endParaRPr lang="en-GB"/>
          </a:p>
        </p:txBody>
      </p:sp>
      <p:sp>
        <p:nvSpPr>
          <p:cNvPr id="85143132" name="Vertical Text Placeholder 2"/>
          <p:cNvSpPr>
            <a:spLocks noGrp="1"/>
          </p:cNvSpPr>
          <p:nvPr>
            <p:ph type="body" orient="vert" idx="1"/>
          </p:nvPr>
        </p:nvSpPr>
        <p:spPr bwMode="auto">
          <a:xfrm>
            <a:off x="838200" y="365125"/>
            <a:ext cx="7734300" cy="5811838"/>
          </a:xfrm>
        </p:spPr>
        <p:txBody>
          <a:bodyPr vert="eaVert"/>
          <a:lstStyle/>
          <a:p>
            <a:pPr lvl="0">
              <a:defRPr/>
            </a:pPr>
            <a:r>
              <a:rPr lang="en-GB"/>
              <a:t>Click to edit Master text styles</a:t>
            </a:r>
            <a:endParaRPr/>
          </a:p>
          <a:p>
            <a:pPr lvl="1">
              <a:defRPr/>
            </a:pPr>
            <a:r>
              <a:rPr lang="en-GB"/>
              <a:t>Second level</a:t>
            </a:r>
            <a:endParaRPr/>
          </a:p>
          <a:p>
            <a:pPr lvl="2">
              <a:defRPr/>
            </a:pPr>
            <a:r>
              <a:rPr lang="en-GB"/>
              <a:t>Third level</a:t>
            </a:r>
            <a:endParaRPr/>
          </a:p>
          <a:p>
            <a:pPr lvl="3">
              <a:defRPr/>
            </a:pPr>
            <a:r>
              <a:rPr lang="en-GB"/>
              <a:t>Fourth level</a:t>
            </a:r>
            <a:endParaRPr/>
          </a:p>
          <a:p>
            <a:pPr lvl="4">
              <a:defRPr/>
            </a:pPr>
            <a:r>
              <a:rPr lang="en-GB"/>
              <a:t>Fifth level</a:t>
            </a:r>
            <a:endParaRPr lang="en-GB"/>
          </a:p>
        </p:txBody>
      </p:sp>
      <p:sp>
        <p:nvSpPr>
          <p:cNvPr id="1184598954" name="Date Placeholder 3"/>
          <p:cNvSpPr>
            <a:spLocks noGrp="1"/>
          </p:cNvSpPr>
          <p:nvPr>
            <p:ph type="dt" sz="half" idx="10"/>
          </p:nvPr>
        </p:nvSpPr>
        <p:spPr bwMode="auto"/>
        <p:txBody>
          <a:bodyPr/>
          <a:lstStyle/>
          <a:p>
            <a:pPr>
              <a:defRPr/>
            </a:pPr>
            <a:fld id="{BCC18F51-09EC-435C-A3BA-64A766E099C0}" type="datetimeFigureOut">
              <a:rPr lang="en-GB"/>
              <a:t>30.10.2013</a:t>
            </a:fld>
            <a:endParaRPr lang="en-GB"/>
          </a:p>
        </p:txBody>
      </p:sp>
      <p:sp>
        <p:nvSpPr>
          <p:cNvPr id="1150740802" name="Footer Placeholder 4"/>
          <p:cNvSpPr>
            <a:spLocks noGrp="1"/>
          </p:cNvSpPr>
          <p:nvPr>
            <p:ph type="ftr" sz="quarter" idx="11"/>
          </p:nvPr>
        </p:nvSpPr>
        <p:spPr bwMode="auto"/>
        <p:txBody>
          <a:bodyPr/>
          <a:lstStyle/>
          <a:p>
            <a:pPr>
              <a:defRPr/>
            </a:pPr>
            <a:endParaRPr lang="en-GB"/>
          </a:p>
        </p:txBody>
      </p:sp>
      <p:sp>
        <p:nvSpPr>
          <p:cNvPr id="521986763" name="Slide Number Placeholder 5"/>
          <p:cNvSpPr>
            <a:spLocks noGrp="1"/>
          </p:cNvSpPr>
          <p:nvPr>
            <p:ph type="sldNum" sz="quarter" idx="12"/>
          </p:nvPr>
        </p:nvSpPr>
        <p:spPr bwMode="auto"/>
        <p:txBody>
          <a:bodyPr/>
          <a:lstStyle/>
          <a:p>
            <a:pPr>
              <a:defRPr/>
            </a:pPr>
            <a:fld id="{08395586-F03A-48D1-94DF-16B239DF4FB5}" type="slidenum">
              <a:rPr lang="en-GB"/>
              <a:t>‹#›</a:t>
            </a:fld>
            <a:endParaRPr lang="en-GB"/>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Ref idx="1001">
        <a:schemeClr val="bg1"/>
      </p:bgRef>
    </p:bg>
    <p:spTree>
      <p:nvGrpSpPr>
        <p:cNvPr id="1" name=""/>
        <p:cNvGrpSpPr/>
        <p:nvPr/>
      </p:nvGrpSpPr>
      <p:grpSpPr bwMode="auto">
        <a:xfrm>
          <a:off x="0" y="0"/>
          <a:ext cx="0" cy="0"/>
          <a:chOff x="0" y="0"/>
          <a:chExt cx="0" cy="0"/>
        </a:xfrm>
      </p:grpSpPr>
      <p:sp>
        <p:nvSpPr>
          <p:cNvPr id="7353553" name="Title Placeholder 1"/>
          <p:cNvSpPr>
            <a:spLocks noGrp="1"/>
          </p:cNvSpPr>
          <p:nvPr>
            <p:ph type="title"/>
          </p:nvPr>
        </p:nvSpPr>
        <p:spPr bwMode="auto">
          <a:xfrm>
            <a:off x="838200" y="365125"/>
            <a:ext cx="10515600" cy="1325563"/>
          </a:xfrm>
          <a:prstGeom prst="rect">
            <a:avLst/>
          </a:prstGeom>
        </p:spPr>
        <p:txBody>
          <a:bodyPr vert="horz" lIns="91440" tIns="45720" rIns="91440" bIns="45720" rtlCol="0" anchor="ctr">
            <a:normAutofit/>
          </a:bodyPr>
          <a:lstStyle/>
          <a:p>
            <a:pPr>
              <a:defRPr/>
            </a:pPr>
            <a:r>
              <a:rPr lang="en-GB"/>
              <a:t>Click to edit Master title style</a:t>
            </a:r>
            <a:endParaRPr lang="en-GB"/>
          </a:p>
        </p:txBody>
      </p:sp>
      <p:sp>
        <p:nvSpPr>
          <p:cNvPr id="1876607203" name="Text Placeholder 2"/>
          <p:cNvSpPr>
            <a:spLocks noGrp="1"/>
          </p:cNvSpPr>
          <p:nvPr>
            <p:ph type="body" idx="1"/>
          </p:nvPr>
        </p:nvSpPr>
        <p:spPr bwMode="auto">
          <a:xfrm>
            <a:off x="838200" y="1825625"/>
            <a:ext cx="10515600" cy="4351338"/>
          </a:xfrm>
          <a:prstGeom prst="rect">
            <a:avLst/>
          </a:prstGeom>
        </p:spPr>
        <p:txBody>
          <a:bodyPr vert="horz" lIns="91440" tIns="45720" rIns="91440" bIns="45720" rtlCol="0">
            <a:normAutofit/>
          </a:bodyPr>
          <a:lstStyle/>
          <a:p>
            <a:pPr lvl="0">
              <a:defRPr/>
            </a:pPr>
            <a:r>
              <a:rPr lang="en-GB"/>
              <a:t>Click to edit Master text styles</a:t>
            </a:r>
            <a:endParaRPr/>
          </a:p>
          <a:p>
            <a:pPr lvl="1">
              <a:defRPr/>
            </a:pPr>
            <a:r>
              <a:rPr lang="en-GB"/>
              <a:t>Second level</a:t>
            </a:r>
            <a:endParaRPr/>
          </a:p>
          <a:p>
            <a:pPr lvl="2">
              <a:defRPr/>
            </a:pPr>
            <a:r>
              <a:rPr lang="en-GB"/>
              <a:t>Third level</a:t>
            </a:r>
            <a:endParaRPr/>
          </a:p>
          <a:p>
            <a:pPr lvl="3">
              <a:defRPr/>
            </a:pPr>
            <a:r>
              <a:rPr lang="en-GB"/>
              <a:t>Fourth level</a:t>
            </a:r>
            <a:endParaRPr/>
          </a:p>
          <a:p>
            <a:pPr lvl="4">
              <a:defRPr/>
            </a:pPr>
            <a:r>
              <a:rPr lang="en-GB"/>
              <a:t>Fifth level</a:t>
            </a:r>
            <a:endParaRPr lang="en-GB"/>
          </a:p>
        </p:txBody>
      </p:sp>
      <p:sp>
        <p:nvSpPr>
          <p:cNvPr id="278540258" name="Date Placeholder 3"/>
          <p:cNvSpPr>
            <a:spLocks noGrp="1"/>
          </p:cNvSpPr>
          <p:nvPr>
            <p:ph type="dt" sz="half" idx="2"/>
          </p:nvPr>
        </p:nvSpPr>
        <p:spPr bwMode="auto">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BCC18F51-09EC-435C-A3BA-64A766E099C0}" type="datetimeFigureOut">
              <a:rPr lang="en-GB"/>
              <a:t>30.10.2013</a:t>
            </a:fld>
            <a:endParaRPr lang="en-GB"/>
          </a:p>
        </p:txBody>
      </p:sp>
      <p:sp>
        <p:nvSpPr>
          <p:cNvPr id="1385388268" name="Footer Placeholder 4"/>
          <p:cNvSpPr>
            <a:spLocks noGrp="1"/>
          </p:cNvSpPr>
          <p:nvPr>
            <p:ph type="ftr" sz="quarter" idx="3"/>
          </p:nvPr>
        </p:nvSpPr>
        <p:spPr bwMode="auto">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GB"/>
          </a:p>
        </p:txBody>
      </p:sp>
      <p:sp>
        <p:nvSpPr>
          <p:cNvPr id="2029790737" name="Slide Number Placeholder 5"/>
          <p:cNvSpPr>
            <a:spLocks noGrp="1"/>
          </p:cNvSpPr>
          <p:nvPr>
            <p:ph type="sldNum" sz="quarter" idx="4"/>
          </p:nvPr>
        </p:nvSpPr>
        <p:spPr bwMode="auto">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08395586-F03A-48D1-94DF-16B239DF4FB5}" type="slidenum">
              <a:rPr lang="en-GB"/>
              <a:t>‹#›</a:t>
            </a:fld>
            <a:endParaRPr lang="en-GB"/>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a:lnSpc>
          <a:spcPct val="90000"/>
        </a:lnSpc>
        <a:spcBef>
          <a:spcPts val="0"/>
        </a:spcBef>
        <a:buNone/>
        <a:defRPr sz="4400">
          <a:solidFill>
            <a:schemeClr val="tx1"/>
          </a:solidFill>
          <a:latin typeface="+mj-lt"/>
          <a:ea typeface="+mj-ea"/>
          <a:cs typeface="+mj-cs"/>
        </a:defRPr>
      </a:lvl1pPr>
    </p:titleStyle>
    <p:bodyStyle>
      <a:lvl1pPr marL="228600" indent="-228600" algn="l" defTabSz="914400" rtl="0">
        <a:lnSpc>
          <a:spcPct val="90000"/>
        </a:lnSpc>
        <a:spcBef>
          <a:spcPts val="1000"/>
        </a:spcBef>
        <a:buFont typeface="Arial"/>
        <a:buChar char="•"/>
        <a:defRPr sz="2800">
          <a:solidFill>
            <a:schemeClr val="tx1"/>
          </a:solidFill>
          <a:latin typeface="+mn-lt"/>
          <a:ea typeface="+mn-ea"/>
          <a:cs typeface="+mn-cs"/>
        </a:defRPr>
      </a:lvl1pPr>
      <a:lvl2pPr marL="685800" indent="-228600" algn="l" defTabSz="914400" rtl="0">
        <a:lnSpc>
          <a:spcPct val="90000"/>
        </a:lnSpc>
        <a:spcBef>
          <a:spcPts val="500"/>
        </a:spcBef>
        <a:buFont typeface="Arial"/>
        <a:buChar char="•"/>
        <a:defRPr sz="2400">
          <a:solidFill>
            <a:schemeClr val="tx1"/>
          </a:solidFill>
          <a:latin typeface="+mn-lt"/>
          <a:ea typeface="+mn-ea"/>
          <a:cs typeface="+mn-cs"/>
        </a:defRPr>
      </a:lvl2pPr>
      <a:lvl3pPr marL="1143000" indent="-228600" algn="l" defTabSz="914400" rtl="0">
        <a:lnSpc>
          <a:spcPct val="90000"/>
        </a:lnSpc>
        <a:spcBef>
          <a:spcPts val="500"/>
        </a:spcBef>
        <a:buFont typeface="Arial"/>
        <a:buChar char="•"/>
        <a:defRPr sz="2000">
          <a:solidFill>
            <a:schemeClr val="tx1"/>
          </a:solidFill>
          <a:latin typeface="+mn-lt"/>
          <a:ea typeface="+mn-ea"/>
          <a:cs typeface="+mn-cs"/>
        </a:defRPr>
      </a:lvl3pPr>
      <a:lvl4pPr marL="1600200" indent="-228600" algn="l" defTabSz="914400" rtl="0">
        <a:lnSpc>
          <a:spcPct val="90000"/>
        </a:lnSpc>
        <a:spcBef>
          <a:spcPts val="500"/>
        </a:spcBef>
        <a:buFont typeface="Arial"/>
        <a:buChar char="•"/>
        <a:defRPr sz="1800">
          <a:solidFill>
            <a:schemeClr val="tx1"/>
          </a:solidFill>
          <a:latin typeface="+mn-lt"/>
          <a:ea typeface="+mn-ea"/>
          <a:cs typeface="+mn-cs"/>
        </a:defRPr>
      </a:lvl4pPr>
      <a:lvl5pPr marL="2057400" indent="-228600" algn="l" defTabSz="914400" rtl="0">
        <a:lnSpc>
          <a:spcPct val="90000"/>
        </a:lnSpc>
        <a:spcBef>
          <a:spcPts val="500"/>
        </a:spcBef>
        <a:buFont typeface="Arial"/>
        <a:buChar char="•"/>
        <a:defRPr sz="1800">
          <a:solidFill>
            <a:schemeClr val="tx1"/>
          </a:solidFill>
          <a:latin typeface="+mn-lt"/>
          <a:ea typeface="+mn-ea"/>
          <a:cs typeface="+mn-cs"/>
        </a:defRPr>
      </a:lvl5pPr>
      <a:lvl6pPr marL="2514600" indent="-228600" algn="l" defTabSz="914400" rtl="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500"/>
        </a:spcBef>
        <a:buFont typeface="Arial"/>
        <a:buChar char="•"/>
        <a:defRPr sz="1800">
          <a:solidFill>
            <a:schemeClr val="tx1"/>
          </a:solidFill>
          <a:latin typeface="+mn-lt"/>
          <a:ea typeface="+mn-ea"/>
          <a:cs typeface="+mn-cs"/>
        </a:defRPr>
      </a:lvl9pPr>
    </p:bodyStyle>
    <p:otherStyle>
      <a:defPPr>
        <a:defRPr lang="en-GB"/>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80353273" name="Title 1"/>
          <p:cNvSpPr>
            <a:spLocks noGrp="1"/>
          </p:cNvSpPr>
          <p:nvPr>
            <p:ph type="ctrTitle"/>
          </p:nvPr>
        </p:nvSpPr>
        <p:spPr bwMode="auto"/>
        <p:txBody>
          <a:bodyPr/>
          <a:lstStyle/>
          <a:p>
            <a:pPr>
              <a:defRPr/>
            </a:pPr>
            <a:r>
              <a:rPr lang="de-DE"/>
              <a:t>How (not) To Stage Your (Kubernetes) Platform</a:t>
            </a:r>
            <a:endParaRPr lang="en-GB"/>
          </a:p>
        </p:txBody>
      </p:sp>
      <p:sp>
        <p:nvSpPr>
          <p:cNvPr id="1680771056" name="Subtitle 2"/>
          <p:cNvSpPr>
            <a:spLocks noGrp="1"/>
          </p:cNvSpPr>
          <p:nvPr>
            <p:ph type="subTitle" idx="1"/>
          </p:nvPr>
        </p:nvSpPr>
        <p:spPr bwMode="auto"/>
        <p:txBody>
          <a:bodyPr/>
          <a:lstStyle/>
          <a:p>
            <a:pPr>
              <a:defRPr/>
            </a:pPr>
            <a:endParaRPr lang="en-GB"/>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67706556" name="Title 1"/>
          <p:cNvSpPr>
            <a:spLocks noGrp="1"/>
          </p:cNvSpPr>
          <p:nvPr>
            <p:ph type="title"/>
          </p:nvPr>
        </p:nvSpPr>
        <p:spPr bwMode="auto"/>
        <p:txBody>
          <a:bodyPr/>
          <a:lstStyle/>
          <a:p>
            <a:pPr>
              <a:defRPr/>
            </a:pPr>
            <a:r>
              <a:rPr lang="de-DE"/>
              <a:t>Speaker</a:t>
            </a:r>
            <a:endParaRPr/>
          </a:p>
        </p:txBody>
      </p:sp>
      <p:sp>
        <p:nvSpPr>
          <p:cNvPr id="1162090091" name="Content Placeholder 2"/>
          <p:cNvSpPr>
            <a:spLocks noGrp="1"/>
          </p:cNvSpPr>
          <p:nvPr>
            <p:ph idx="1"/>
          </p:nvPr>
        </p:nvSpPr>
        <p:spPr bwMode="auto"/>
        <p:txBody>
          <a:bodyPr/>
          <a:lstStyle/>
          <a:p>
            <a:pPr>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03075509" name="Title 1"/>
          <p:cNvSpPr>
            <a:spLocks noGrp="1"/>
          </p:cNvSpPr>
          <p:nvPr>
            <p:ph type="title"/>
          </p:nvPr>
        </p:nvSpPr>
        <p:spPr bwMode="auto"/>
        <p:txBody>
          <a:bodyPr/>
          <a:lstStyle/>
          <a:p>
            <a:pPr>
              <a:defRPr/>
            </a:pPr>
            <a:endParaRPr/>
          </a:p>
        </p:txBody>
      </p:sp>
      <p:sp>
        <p:nvSpPr>
          <p:cNvPr id="1471217922" name="Content Placeholder 2"/>
          <p:cNvSpPr>
            <a:spLocks noGrp="1"/>
          </p:cNvSpPr>
          <p:nvPr>
            <p:ph idx="1"/>
          </p:nvPr>
        </p:nvSpPr>
        <p:spPr bwMode="auto"/>
        <p:txBody>
          <a:bodyPr/>
          <a:lstStyle/>
          <a:p>
            <a:pPr marL="0" indent="0">
              <a:buFont typeface="Arial"/>
              <a:buNone/>
              <a:defRPr/>
            </a:pPr>
            <a:r>
              <a:rPr lang="de-DE"/>
              <a:t>LAB -&gt; DEV -&gt; QS -&gt; PROD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77861215" name="Title 1"/>
          <p:cNvSpPr>
            <a:spLocks noGrp="1"/>
          </p:cNvSpPr>
          <p:nvPr>
            <p:ph type="title"/>
          </p:nvPr>
        </p:nvSpPr>
        <p:spPr bwMode="auto"/>
        <p:txBody>
          <a:bodyPr/>
          <a:lstStyle/>
          <a:p>
            <a:pPr>
              <a:defRPr/>
            </a:pPr>
            <a:endParaRPr/>
          </a:p>
        </p:txBody>
      </p:sp>
      <p:sp>
        <p:nvSpPr>
          <p:cNvPr id="399770108" name="Content Placeholder 2"/>
          <p:cNvSpPr>
            <a:spLocks noGrp="1"/>
          </p:cNvSpPr>
          <p:nvPr>
            <p:ph idx="1"/>
          </p:nvPr>
        </p:nvSpPr>
        <p:spPr bwMode="auto"/>
        <p:txBody>
          <a:bodyPr/>
          <a:lstStyle/>
          <a:p>
            <a:pPr>
              <a:defRPr/>
            </a:pPr>
            <a:endParaRPr/>
          </a:p>
        </p:txBody>
      </p:sp>
      <p:pic>
        <p:nvPicPr>
          <p:cNvPr id="1615644902" name=""/>
          <p:cNvPicPr>
            <a:picLocks noChangeAspect="1"/>
          </p:cNvPicPr>
          <p:nvPr/>
        </p:nvPicPr>
        <p:blipFill rotWithShape="1">
          <a:blip r:embed="rId3"/>
          <a:stretch/>
        </p:blipFill>
        <p:spPr bwMode="auto">
          <a:xfrm>
            <a:off x="3200400" y="561974"/>
            <a:ext cx="5791199" cy="573404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80968009" name="Title 1"/>
          <p:cNvSpPr>
            <a:spLocks noGrp="1"/>
          </p:cNvSpPr>
          <p:nvPr>
            <p:ph type="title"/>
          </p:nvPr>
        </p:nvSpPr>
        <p:spPr bwMode="auto">
          <a:xfrm>
            <a:off x="831849" y="1709737"/>
            <a:ext cx="10515600" cy="2852736"/>
          </a:xfrm>
        </p:spPr>
        <p:txBody>
          <a:bodyPr/>
          <a:lstStyle>
            <a:lvl1pPr>
              <a:defRPr sz="6000"/>
            </a:lvl1pPr>
          </a:lstStyle>
          <a:p>
            <a:pPr>
              <a:defRPr/>
            </a:pPr>
            <a:r>
              <a:rPr lang="de-DE"/>
              <a:t>What is a platform</a:t>
            </a:r>
            <a:endParaRPr/>
          </a:p>
        </p:txBody>
      </p:sp>
      <p:sp>
        <p:nvSpPr>
          <p:cNvPr id="1279336883" name="Text Placeholder 2"/>
          <p:cNvSpPr>
            <a:spLocks noGrp="1"/>
          </p:cNvSpPr>
          <p:nvPr>
            <p:ph type="body" idx="1"/>
          </p:nvPr>
        </p:nvSpPr>
        <p:spPr bwMode="auto">
          <a:xfrm>
            <a:off x="831849" y="4589462"/>
            <a:ext cx="10515600" cy="1500186"/>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59895110" name="Title 1"/>
          <p:cNvSpPr>
            <a:spLocks noGrp="1"/>
          </p:cNvSpPr>
          <p:nvPr>
            <p:ph type="title"/>
          </p:nvPr>
        </p:nvSpPr>
        <p:spPr bwMode="auto"/>
        <p:txBody>
          <a:bodyPr/>
          <a:lstStyle/>
          <a:p>
            <a:pPr>
              <a:defRPr/>
            </a:pPr>
            <a:r>
              <a:rPr lang="de-DE"/>
              <a:t>What is a platform</a:t>
            </a:r>
            <a:endParaRPr/>
          </a:p>
        </p:txBody>
      </p:sp>
      <p:sp>
        <p:nvSpPr>
          <p:cNvPr id="470195757" name="Content Placeholder 2"/>
          <p:cNvSpPr>
            <a:spLocks noGrp="1"/>
          </p:cNvSpPr>
          <p:nvPr>
            <p:ph idx="1"/>
          </p:nvPr>
        </p:nvSpPr>
        <p:spPr bwMode="auto"/>
        <p:txBody>
          <a:bodyPr/>
          <a:lstStyle/>
          <a:p>
            <a:pPr>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07594073" name="Title 1"/>
          <p:cNvSpPr>
            <a:spLocks noGrp="1"/>
          </p:cNvSpPr>
          <p:nvPr>
            <p:ph type="title"/>
          </p:nvPr>
        </p:nvSpPr>
        <p:spPr bwMode="auto"/>
        <p:txBody>
          <a:bodyPr vertOverflow="overflow" horzOverflow="overflow" vert="horz" wrap="square" lIns="91440" tIns="45720" rIns="91440" bIns="45720" numCol="1" spcCol="0" rtlCol="0" fromWordArt="0" anchor="ctr" anchorCtr="0" forceAA="0" upright="0" compatLnSpc="0">
            <a:normAutofit/>
          </a:bodyPr>
          <a:lstStyle/>
          <a:p>
            <a:pPr>
              <a:defRPr/>
            </a:pPr>
            <a:r>
              <a:rPr lang="de-DE" sz="4400" b="0" i="0" u="none" strike="noStrike" cap="none" spc="0">
                <a:solidFill>
                  <a:schemeClr val="tx1"/>
                </a:solidFill>
                <a:latin typeface="+mj-lt"/>
                <a:ea typeface="+mj-ea"/>
                <a:cs typeface="+mj-cs"/>
              </a:rPr>
              <a:t>What is a platform made of</a:t>
            </a:r>
            <a:endParaRPr sz="4400"/>
          </a:p>
        </p:txBody>
      </p:sp>
      <p:sp>
        <p:nvSpPr>
          <p:cNvPr id="683732182" name="Content Placeholder 2"/>
          <p:cNvSpPr>
            <a:spLocks noGrp="1"/>
          </p:cNvSpPr>
          <p:nvPr>
            <p:ph idx="1"/>
          </p:nvPr>
        </p:nvSpPr>
        <p:spPr bwMode="auto"/>
        <p:txBody>
          <a:bodyPr/>
          <a:lstStyle/>
          <a:p>
            <a:pPr>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08979821" name="Title 1"/>
          <p:cNvSpPr>
            <a:spLocks noGrp="1"/>
          </p:cNvSpPr>
          <p:nvPr>
            <p:ph type="title"/>
          </p:nvPr>
        </p:nvSpPr>
        <p:spPr bwMode="auto"/>
        <p:txBody>
          <a:bodyPr/>
          <a:lstStyle/>
          <a:p>
            <a:pPr>
              <a:defRPr/>
            </a:pPr>
            <a:r>
              <a:rPr lang="de-DE" sz="4400" b="0" i="0" u="none" strike="noStrike" cap="none" spc="0">
                <a:solidFill>
                  <a:schemeClr val="tx1"/>
                </a:solidFill>
                <a:latin typeface="Arial"/>
                <a:ea typeface="Arial"/>
                <a:cs typeface="Arial"/>
              </a:rPr>
              <a:t>What is our platform made of</a:t>
            </a:r>
            <a:endParaRPr sz="4400"/>
          </a:p>
        </p:txBody>
      </p:sp>
      <p:sp>
        <p:nvSpPr>
          <p:cNvPr id="900167306" name="Content Placeholder 2"/>
          <p:cNvSpPr>
            <a:spLocks noGrp="1"/>
          </p:cNvSpPr>
          <p:nvPr>
            <p:ph idx="1"/>
          </p:nvPr>
        </p:nvSpPr>
        <p:spPr bwMode="auto"/>
        <p:txBody>
          <a:bodyPr/>
          <a:lstStyle/>
          <a:p>
            <a:pPr>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72577900" name="Title 1"/>
          <p:cNvSpPr>
            <a:spLocks noGrp="1"/>
          </p:cNvSpPr>
          <p:nvPr>
            <p:ph type="title"/>
          </p:nvPr>
        </p:nvSpPr>
        <p:spPr bwMode="auto"/>
        <p:txBody>
          <a:bodyPr/>
          <a:lstStyle/>
          <a:p>
            <a:pPr>
              <a:defRPr/>
            </a:pPr>
            <a:r>
              <a:rPr lang="de-DE" sz="4400" b="0" i="0" u="none" strike="noStrike" cap="none" spc="0">
                <a:solidFill>
                  <a:schemeClr val="tx1"/>
                </a:solidFill>
                <a:latin typeface="Arial"/>
                <a:ea typeface="Arial"/>
                <a:cs typeface="Arial"/>
              </a:rPr>
              <a:t>What is our platform depending on</a:t>
            </a:r>
            <a:endParaRPr sz="4400"/>
          </a:p>
        </p:txBody>
      </p:sp>
      <p:sp>
        <p:nvSpPr>
          <p:cNvPr id="829623500" name="Content Placeholder 2"/>
          <p:cNvSpPr>
            <a:spLocks noGrp="1"/>
          </p:cNvSpPr>
          <p:nvPr>
            <p:ph idx="1"/>
          </p:nvPr>
        </p:nvSpPr>
        <p:spPr bwMode="auto"/>
        <p:txBody>
          <a:bodyPr/>
          <a:lstStyle/>
          <a:p>
            <a:pPr>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2857256" name="Title 1"/>
          <p:cNvSpPr>
            <a:spLocks noGrp="1"/>
          </p:cNvSpPr>
          <p:nvPr>
            <p:ph type="title"/>
          </p:nvPr>
        </p:nvSpPr>
        <p:spPr bwMode="auto"/>
        <p:txBody>
          <a:bodyPr/>
          <a:lstStyle/>
          <a:p>
            <a:pPr>
              <a:defRPr/>
            </a:pPr>
            <a:r>
              <a:rPr lang="de-DE" sz="4400" b="0" i="0" u="none" strike="noStrike" cap="none" spc="0">
                <a:solidFill>
                  <a:schemeClr val="tx1"/>
                </a:solidFill>
                <a:latin typeface="Arial"/>
                <a:ea typeface="Arial"/>
                <a:cs typeface="Arial"/>
              </a:rPr>
              <a:t>What is our platform depending on</a:t>
            </a:r>
            <a:endParaRPr sz="4400"/>
          </a:p>
        </p:txBody>
      </p:sp>
      <p:sp>
        <p:nvSpPr>
          <p:cNvPr id="1913380978" name="Content Placeholder 2"/>
          <p:cNvSpPr>
            <a:spLocks noGrp="1"/>
          </p:cNvSpPr>
          <p:nvPr>
            <p:ph idx="1"/>
          </p:nvPr>
        </p:nvSpPr>
        <p:spPr bwMode="auto"/>
        <p:txBody>
          <a:bodyPr/>
          <a:lstStyle/>
          <a:p>
            <a:pPr>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6604999" name="Title 1"/>
          <p:cNvSpPr>
            <a:spLocks noGrp="1"/>
          </p:cNvSpPr>
          <p:nvPr>
            <p:ph type="title"/>
          </p:nvPr>
        </p:nvSpPr>
        <p:spPr bwMode="auto"/>
        <p:txBody>
          <a:bodyPr/>
          <a:lstStyle/>
          <a:p>
            <a:pPr>
              <a:defRPr/>
            </a:pPr>
            <a:r>
              <a:rPr lang="de-DE" sz="4400" b="0" i="0" u="none" strike="noStrike" cap="none" spc="0">
                <a:solidFill>
                  <a:schemeClr val="tx1"/>
                </a:solidFill>
                <a:latin typeface="Arial"/>
                <a:ea typeface="Arial"/>
                <a:cs typeface="Arial"/>
              </a:rPr>
              <a:t>What is our platform running</a:t>
            </a:r>
            <a:endParaRPr sz="4400"/>
          </a:p>
        </p:txBody>
      </p:sp>
      <p:sp>
        <p:nvSpPr>
          <p:cNvPr id="535005158" name="Content Placeholder 2"/>
          <p:cNvSpPr>
            <a:spLocks noGrp="1"/>
          </p:cNvSpPr>
          <p:nvPr>
            <p:ph idx="1"/>
          </p:nvPr>
        </p:nvSpPr>
        <p:spPr bwMode="auto"/>
        <p:txBody>
          <a:bodyPr/>
          <a:lstStyle/>
          <a:p>
            <a:pPr>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78468708" name="Title 1"/>
          <p:cNvSpPr>
            <a:spLocks noGrp="1"/>
          </p:cNvSpPr>
          <p:nvPr>
            <p:ph type="title"/>
          </p:nvPr>
        </p:nvSpPr>
        <p:spPr bwMode="auto"/>
        <p:txBody>
          <a:bodyPr/>
          <a:lstStyle/>
          <a:p>
            <a:pPr>
              <a:defRPr/>
            </a:pPr>
            <a:r>
              <a:rPr lang="de-DE"/>
              <a:t>The real problem</a:t>
            </a:r>
            <a:endParaRPr/>
          </a:p>
        </p:txBody>
      </p:sp>
      <p:sp>
        <p:nvSpPr>
          <p:cNvPr id="534197292" name="Content Placeholder 2"/>
          <p:cNvSpPr>
            <a:spLocks noGrp="1"/>
          </p:cNvSpPr>
          <p:nvPr>
            <p:ph idx="1"/>
          </p:nvPr>
        </p:nvSpPr>
        <p:spPr bwMode="auto"/>
        <p:txBody>
          <a:bodyPr/>
          <a:lstStyle/>
          <a:p>
            <a:pPr>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13714875" name="Title 1"/>
          <p:cNvSpPr>
            <a:spLocks noGrp="1"/>
          </p:cNvSpPr>
          <p:nvPr>
            <p:ph type="title"/>
          </p:nvPr>
        </p:nvSpPr>
        <p:spPr bwMode="auto">
          <a:xfrm>
            <a:off x="831849" y="1709737"/>
            <a:ext cx="10515600" cy="2852736"/>
          </a:xfrm>
        </p:spPr>
        <p:txBody>
          <a:bodyPr/>
          <a:lstStyle>
            <a:lvl1pPr>
              <a:defRPr sz="6000"/>
            </a:lvl1pPr>
          </a:lstStyle>
          <a:p>
            <a:pPr>
              <a:defRPr/>
            </a:pPr>
            <a:r>
              <a:rPr lang="de-DE"/>
              <a:t>How do we manage „state“</a:t>
            </a:r>
            <a:endParaRPr/>
          </a:p>
        </p:txBody>
      </p:sp>
      <p:sp>
        <p:nvSpPr>
          <p:cNvPr id="171192624" name="Text Placeholder 2"/>
          <p:cNvSpPr>
            <a:spLocks noGrp="1"/>
          </p:cNvSpPr>
          <p:nvPr>
            <p:ph type="body" idx="1"/>
          </p:nvPr>
        </p:nvSpPr>
        <p:spPr bwMode="auto">
          <a:xfrm>
            <a:off x="831849" y="4589462"/>
            <a:ext cx="10515600" cy="1500186"/>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12780604" name="Title 1"/>
          <p:cNvSpPr>
            <a:spLocks noGrp="1"/>
          </p:cNvSpPr>
          <p:nvPr>
            <p:ph type="title"/>
          </p:nvPr>
        </p:nvSpPr>
        <p:spPr bwMode="auto"/>
        <p:txBody>
          <a:bodyPr/>
          <a:lstStyle/>
          <a:p>
            <a:pPr>
              <a:defRPr/>
            </a:pPr>
            <a:r>
              <a:rPr lang="de-DE"/>
              <a:t>Just do IaC and gitops</a:t>
            </a:r>
            <a:endParaRPr/>
          </a:p>
        </p:txBody>
      </p:sp>
      <p:sp>
        <p:nvSpPr>
          <p:cNvPr id="1894341432" name="Content Placeholder 2"/>
          <p:cNvSpPr>
            <a:spLocks noGrp="1"/>
          </p:cNvSpPr>
          <p:nvPr>
            <p:ph idx="1"/>
          </p:nvPr>
        </p:nvSpPr>
        <p:spPr bwMode="auto"/>
        <p:txBody>
          <a:bodyPr/>
          <a:lstStyle/>
          <a:p>
            <a:pPr>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21399353" name="Title 1"/>
          <p:cNvSpPr>
            <a:spLocks noGrp="1"/>
          </p:cNvSpPr>
          <p:nvPr>
            <p:ph type="title"/>
          </p:nvPr>
        </p:nvSpPr>
        <p:spPr bwMode="auto"/>
        <p:txBody>
          <a:bodyPr/>
          <a:lstStyle/>
          <a:p>
            <a:pPr>
              <a:defRPr/>
            </a:pPr>
            <a:r>
              <a:rPr lang="de-DE"/>
              <a:t>Seperation of concerns</a:t>
            </a:r>
            <a:endParaRPr/>
          </a:p>
        </p:txBody>
      </p:sp>
      <p:sp>
        <p:nvSpPr>
          <p:cNvPr id="1153177676" name="Content Placeholder 2"/>
          <p:cNvSpPr>
            <a:spLocks noGrp="1"/>
          </p:cNvSpPr>
          <p:nvPr>
            <p:ph idx="1"/>
          </p:nvPr>
        </p:nvSpPr>
        <p:spPr bwMode="auto"/>
        <p:txBody>
          <a:bodyPr/>
          <a:lstStyle/>
          <a:p>
            <a:pPr>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00536548" name="Title 1"/>
          <p:cNvSpPr>
            <a:spLocks noGrp="1"/>
          </p:cNvSpPr>
          <p:nvPr>
            <p:ph type="title"/>
          </p:nvPr>
        </p:nvSpPr>
        <p:spPr bwMode="auto"/>
        <p:txBody>
          <a:bodyPr/>
          <a:lstStyle/>
          <a:p>
            <a:pPr>
              <a:defRPr/>
            </a:pPr>
            <a:r>
              <a:rPr lang="de-DE"/>
              <a:t>Manage everything via Bash</a:t>
            </a:r>
            <a:endParaRPr/>
          </a:p>
        </p:txBody>
      </p:sp>
      <p:sp>
        <p:nvSpPr>
          <p:cNvPr id="841595598" name="Content Placeholder 2"/>
          <p:cNvSpPr>
            <a:spLocks noGrp="1"/>
          </p:cNvSpPr>
          <p:nvPr>
            <p:ph idx="1"/>
          </p:nvPr>
        </p:nvSpPr>
        <p:spPr bwMode="auto"/>
        <p:txBody>
          <a:bodyPr/>
          <a:lstStyle/>
          <a:p>
            <a:pPr>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71376955" name="Title 1"/>
          <p:cNvSpPr>
            <a:spLocks noGrp="1"/>
          </p:cNvSpPr>
          <p:nvPr>
            <p:ph type="title"/>
          </p:nvPr>
        </p:nvSpPr>
        <p:spPr bwMode="auto"/>
        <p:txBody>
          <a:bodyPr/>
          <a:lstStyle/>
          <a:p>
            <a:pPr>
              <a:defRPr/>
            </a:pPr>
            <a:r>
              <a:rPr lang="de-DE"/>
              <a:t>Manage everything in Kubernetes</a:t>
            </a:r>
            <a:endParaRPr/>
          </a:p>
        </p:txBody>
      </p:sp>
      <p:sp>
        <p:nvSpPr>
          <p:cNvPr id="1924032859" name="Content Placeholder 2"/>
          <p:cNvSpPr>
            <a:spLocks noGrp="1"/>
          </p:cNvSpPr>
          <p:nvPr>
            <p:ph idx="1"/>
          </p:nvPr>
        </p:nvSpPr>
        <p:spPr bwMode="auto"/>
        <p:txBody>
          <a:bodyPr/>
          <a:lstStyle/>
          <a:p>
            <a:pPr>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60617511" name="Title 1"/>
          <p:cNvSpPr>
            <a:spLocks noGrp="1"/>
          </p:cNvSpPr>
          <p:nvPr>
            <p:ph type="title"/>
          </p:nvPr>
        </p:nvSpPr>
        <p:spPr bwMode="auto">
          <a:xfrm>
            <a:off x="831849" y="1709737"/>
            <a:ext cx="10515600" cy="2852736"/>
          </a:xfrm>
        </p:spPr>
        <p:txBody>
          <a:bodyPr/>
          <a:lstStyle>
            <a:lvl1pPr>
              <a:defRPr sz="6000"/>
            </a:lvl1pPr>
          </a:lstStyle>
          <a:p>
            <a:pPr>
              <a:defRPr/>
            </a:pPr>
            <a:r>
              <a:rPr lang="de-DE"/>
              <a:t>How do we promote state</a:t>
            </a:r>
            <a:endParaRPr/>
          </a:p>
        </p:txBody>
      </p:sp>
      <p:sp>
        <p:nvSpPr>
          <p:cNvPr id="1357696575" name="Text Placeholder 2"/>
          <p:cNvSpPr>
            <a:spLocks noGrp="1"/>
          </p:cNvSpPr>
          <p:nvPr>
            <p:ph type="body" idx="1"/>
          </p:nvPr>
        </p:nvSpPr>
        <p:spPr bwMode="auto">
          <a:xfrm>
            <a:off x="831849" y="4589462"/>
            <a:ext cx="10515600" cy="1500186"/>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42731394" name="Title 1"/>
          <p:cNvSpPr>
            <a:spLocks noGrp="1"/>
          </p:cNvSpPr>
          <p:nvPr>
            <p:ph type="title"/>
          </p:nvPr>
        </p:nvSpPr>
        <p:spPr bwMode="auto"/>
        <p:txBody>
          <a:bodyPr/>
          <a:lstStyle/>
          <a:p>
            <a:pPr>
              <a:defRPr/>
            </a:pPr>
            <a:r>
              <a:rPr lang="de-DE"/>
              <a:t>In your dreams</a:t>
            </a:r>
            <a:endParaRPr/>
          </a:p>
        </p:txBody>
      </p:sp>
      <p:sp>
        <p:nvSpPr>
          <p:cNvPr id="748326449" name="Content Placeholder 2"/>
          <p:cNvSpPr>
            <a:spLocks noGrp="1"/>
          </p:cNvSpPr>
          <p:nvPr>
            <p:ph idx="1"/>
          </p:nvPr>
        </p:nvSpPr>
        <p:spPr bwMode="auto"/>
        <p:txBody>
          <a:bodyPr/>
          <a:lstStyle/>
          <a:p>
            <a:pPr>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65806066" name="Title 1"/>
          <p:cNvSpPr>
            <a:spLocks noGrp="1"/>
          </p:cNvSpPr>
          <p:nvPr>
            <p:ph type="title"/>
          </p:nvPr>
        </p:nvSpPr>
        <p:spPr bwMode="auto"/>
        <p:txBody>
          <a:bodyPr/>
          <a:lstStyle/>
          <a:p>
            <a:pPr>
              <a:defRPr/>
            </a:pPr>
            <a:r>
              <a:rPr lang="de-DE"/>
              <a:t>In many engineers‘ reality</a:t>
            </a:r>
            <a:endParaRPr/>
          </a:p>
        </p:txBody>
      </p:sp>
      <p:sp>
        <p:nvSpPr>
          <p:cNvPr id="1872543380" name="Content Placeholder 2"/>
          <p:cNvSpPr>
            <a:spLocks noGrp="1"/>
          </p:cNvSpPr>
          <p:nvPr>
            <p:ph idx="1"/>
          </p:nvPr>
        </p:nvSpPr>
        <p:spPr bwMode="auto"/>
        <p:txBody>
          <a:bodyPr/>
          <a:lstStyle/>
          <a:p>
            <a:pPr>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45739450" name="Title 1"/>
          <p:cNvSpPr>
            <a:spLocks noGrp="1"/>
          </p:cNvSpPr>
          <p:nvPr>
            <p:ph type="title"/>
          </p:nvPr>
        </p:nvSpPr>
        <p:spPr bwMode="auto"/>
        <p:txBody>
          <a:bodyPr/>
          <a:lstStyle/>
          <a:p>
            <a:pPr>
              <a:defRPr/>
            </a:pPr>
            <a:r>
              <a:rPr lang="de-DE"/>
              <a:t>The first step</a:t>
            </a:r>
            <a:endParaRPr/>
          </a:p>
        </p:txBody>
      </p:sp>
      <p:sp>
        <p:nvSpPr>
          <p:cNvPr id="276694302" name="Content Placeholder 2"/>
          <p:cNvSpPr>
            <a:spLocks noGrp="1"/>
          </p:cNvSpPr>
          <p:nvPr>
            <p:ph idx="1"/>
          </p:nvPr>
        </p:nvSpPr>
        <p:spPr bwMode="auto"/>
        <p:txBody>
          <a:bodyPr/>
          <a:lstStyle/>
          <a:p>
            <a:pPr>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18721469" name="Title 1"/>
          <p:cNvSpPr>
            <a:spLocks noGrp="1"/>
          </p:cNvSpPr>
          <p:nvPr>
            <p:ph type="title"/>
          </p:nvPr>
        </p:nvSpPr>
        <p:spPr bwMode="auto"/>
        <p:txBody>
          <a:bodyPr/>
          <a:lstStyle/>
          <a:p>
            <a:pPr>
              <a:defRPr/>
            </a:pPr>
            <a:r>
              <a:rPr lang="de-DE"/>
              <a:t>The failed promotion</a:t>
            </a:r>
            <a:endParaRPr/>
          </a:p>
        </p:txBody>
      </p:sp>
      <p:sp>
        <p:nvSpPr>
          <p:cNvPr id="1474998345" name="Content Placeholder 2"/>
          <p:cNvSpPr>
            <a:spLocks noGrp="1"/>
          </p:cNvSpPr>
          <p:nvPr>
            <p:ph idx="1"/>
          </p:nvPr>
        </p:nvSpPr>
        <p:spPr bwMode="auto"/>
        <p:txBody>
          <a:bodyPr/>
          <a:lstStyle/>
          <a:p>
            <a:pPr>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62738814" name="Title 1"/>
          <p:cNvSpPr>
            <a:spLocks noGrp="1"/>
          </p:cNvSpPr>
          <p:nvPr>
            <p:ph type="title"/>
          </p:nvPr>
        </p:nvSpPr>
        <p:spPr bwMode="auto">
          <a:xfrm>
            <a:off x="831849" y="1709737"/>
            <a:ext cx="10515600" cy="2852736"/>
          </a:xfrm>
        </p:spPr>
        <p:txBody>
          <a:bodyPr/>
          <a:lstStyle>
            <a:lvl1pPr>
              <a:defRPr sz="6000"/>
            </a:lvl1pPr>
          </a:lstStyle>
          <a:p>
            <a:pPr>
              <a:defRPr/>
            </a:pPr>
            <a:r>
              <a:rPr lang="de-DE"/>
              <a:t>What can i do?</a:t>
            </a:r>
            <a:endParaRPr/>
          </a:p>
        </p:txBody>
      </p:sp>
      <p:sp>
        <p:nvSpPr>
          <p:cNvPr id="1480730082" name="Text Placeholder 2"/>
          <p:cNvSpPr>
            <a:spLocks noGrp="1"/>
          </p:cNvSpPr>
          <p:nvPr>
            <p:ph type="body" idx="1"/>
          </p:nvPr>
        </p:nvSpPr>
        <p:spPr bwMode="auto">
          <a:xfrm>
            <a:off x="831849" y="4589462"/>
            <a:ext cx="10515600" cy="1500186"/>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50611652" name="Title 1"/>
          <p:cNvSpPr>
            <a:spLocks noGrp="1"/>
          </p:cNvSpPr>
          <p:nvPr>
            <p:ph type="title"/>
          </p:nvPr>
        </p:nvSpPr>
        <p:spPr bwMode="auto"/>
        <p:txBody>
          <a:bodyPr/>
          <a:lstStyle/>
          <a:p>
            <a:pPr>
              <a:defRPr/>
            </a:pPr>
            <a:r>
              <a:rPr lang="de-DE"/>
              <a:t>Create a stable identifier for your state</a:t>
            </a:r>
            <a:endParaRPr/>
          </a:p>
        </p:txBody>
      </p:sp>
      <p:sp>
        <p:nvSpPr>
          <p:cNvPr id="593997135" name="Content Placeholder 2"/>
          <p:cNvSpPr>
            <a:spLocks noGrp="1"/>
          </p:cNvSpPr>
          <p:nvPr>
            <p:ph idx="1"/>
          </p:nvPr>
        </p:nvSpPr>
        <p:spPr bwMode="auto"/>
        <p:txBody>
          <a:bodyPr/>
          <a:lstStyle/>
          <a:p>
            <a:pPr>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01378531" name="Title 1"/>
          <p:cNvSpPr>
            <a:spLocks noGrp="1"/>
          </p:cNvSpPr>
          <p:nvPr>
            <p:ph type="title"/>
          </p:nvPr>
        </p:nvSpPr>
        <p:spPr bwMode="auto"/>
        <p:txBody>
          <a:bodyPr/>
          <a:lstStyle/>
          <a:p>
            <a:pPr>
              <a:defRPr/>
            </a:pPr>
            <a:r>
              <a:rPr lang="de-DE"/>
              <a:t>Define clear promotion requirements</a:t>
            </a:r>
            <a:endParaRPr/>
          </a:p>
        </p:txBody>
      </p:sp>
      <p:sp>
        <p:nvSpPr>
          <p:cNvPr id="1895954883" name="Content Placeholder 2"/>
          <p:cNvSpPr>
            <a:spLocks noGrp="1"/>
          </p:cNvSpPr>
          <p:nvPr>
            <p:ph idx="1"/>
          </p:nvPr>
        </p:nvSpPr>
        <p:spPr bwMode="auto"/>
        <p:txBody>
          <a:bodyPr/>
          <a:lstStyle/>
          <a:p>
            <a:pPr>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94988350" name="Title 1"/>
          <p:cNvSpPr>
            <a:spLocks noGrp="1"/>
          </p:cNvSpPr>
          <p:nvPr>
            <p:ph type="title"/>
          </p:nvPr>
        </p:nvSpPr>
        <p:spPr bwMode="auto"/>
        <p:txBody>
          <a:bodyPr/>
          <a:lstStyle/>
          <a:p>
            <a:pPr>
              <a:defRPr/>
            </a:pPr>
            <a:r>
              <a:rPr lang="de-DE"/>
              <a:t>Automate as many tests as possible</a:t>
            </a:r>
            <a:endParaRPr/>
          </a:p>
        </p:txBody>
      </p:sp>
      <p:sp>
        <p:nvSpPr>
          <p:cNvPr id="1882007737" name="Content Placeholder 2"/>
          <p:cNvSpPr>
            <a:spLocks noGrp="1"/>
          </p:cNvSpPr>
          <p:nvPr>
            <p:ph idx="1"/>
          </p:nvPr>
        </p:nvSpPr>
        <p:spPr bwMode="auto"/>
        <p:txBody>
          <a:bodyPr/>
          <a:lstStyle/>
          <a:p>
            <a:pPr>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Arial"/>
        <a:ea typeface="Arial"/>
        <a:cs typeface="Arial"/>
      </a:majorFont>
      <a:minorFont>
        <a:latin typeface="Arial"/>
        <a:ea typeface="Arial"/>
        <a:cs typeface="Arial"/>
      </a:minorFont>
    </a:fontScheme>
    <a:fmtScheme name="Office Them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ONLYOFFICE/9.3.0.140</Application>
  <PresentationFormat>On-screen Show (4:3)</PresentationFormat>
  <Paragraphs>0</Paragraphs>
  <Slides>26</Slides>
  <Notes>26</Notes>
  <HiddenSlides>0</HiddenSlides>
  <MMClips>2</MMClips>
  <ScaleCrop>0</ScaleCrop>
  <HeadingPairs>
    <vt:vector size="4" baseType="variant">
      <vt:variant>
        <vt:lpstr>Theme</vt:lpstr>
      </vt:variant>
      <vt:variant>
        <vt:i4>1</vt:i4>
      </vt:variant>
      <vt:variant>
        <vt:lpstr>Slide Titles</vt:lpstr>
      </vt:variant>
      <vt:variant>
        <vt:i4>26</vt:i4>
      </vt:variant>
    </vt:vector>
  </HeadingPairs>
  <TitlesOfParts>
    <vt:vector size="27"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6</cp:revision>
  <dcterms:modified xsi:type="dcterms:W3CDTF">2026-03-07T21:25:05Z</dcterms:modified>
</cp:coreProperties>
</file>